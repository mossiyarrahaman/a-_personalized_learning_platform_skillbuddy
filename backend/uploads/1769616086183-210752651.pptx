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257" r:id="rId3"/>
    <p:sldId id="258" r:id="rId4"/>
    <p:sldId id="259" r:id="rId5"/>
    <p:sldId id="264" r:id="rId6"/>
    <p:sldId id="262" r:id="rId7"/>
    <p:sldId id="263" r:id="rId8"/>
    <p:sldId id="260" r:id="rId9"/>
    <p:sldId id="261" r:id="rId10"/>
    <p:sldId id="265" r:id="rId11"/>
    <p:sldId id="266" r:id="rId12"/>
    <p:sldId id="267" r:id="rId13"/>
    <p:sldId id="268" r:id="rId14"/>
    <p:sldId id="269" r:id="rId15"/>
    <p:sldId id="270" r:id="rId16"/>
    <p:sldId id="271" r:id="rId17"/>
    <p:sldId id="299" r:id="rId18"/>
    <p:sldId id="300" r:id="rId19"/>
    <p:sldId id="301" r:id="rId20"/>
    <p:sldId id="272" r:id="rId21"/>
    <p:sldId id="273"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76" r:id="rId38"/>
    <p:sldId id="292" r:id="rId39"/>
    <p:sldId id="293" r:id="rId40"/>
    <p:sldId id="294" r:id="rId41"/>
    <p:sldId id="295" r:id="rId42"/>
    <p:sldId id="296" r:id="rId43"/>
    <p:sldId id="274" r:id="rId44"/>
    <p:sldId id="297" r:id="rId45"/>
    <p:sldId id="298" r:id="rId46"/>
    <p:sldId id="275" r:id="rId47"/>
    <p:sldId id="302" r:id="rId48"/>
    <p:sldId id="303" r:id="rId49"/>
    <p:sldId id="312" r:id="rId50"/>
    <p:sldId id="313" r:id="rId51"/>
    <p:sldId id="315" r:id="rId52"/>
    <p:sldId id="316" r:id="rId53"/>
    <p:sldId id="317" r:id="rId54"/>
    <p:sldId id="318" r:id="rId55"/>
    <p:sldId id="319" r:id="rId56"/>
    <p:sldId id="320" r:id="rId57"/>
    <p:sldId id="304" r:id="rId58"/>
    <p:sldId id="321" r:id="rId59"/>
    <p:sldId id="322" r:id="rId60"/>
    <p:sldId id="323" r:id="rId61"/>
    <p:sldId id="324" r:id="rId62"/>
    <p:sldId id="305" r:id="rId63"/>
    <p:sldId id="325" r:id="rId64"/>
    <p:sldId id="326" r:id="rId65"/>
    <p:sldId id="327" r:id="rId66"/>
    <p:sldId id="328" r:id="rId67"/>
    <p:sldId id="329" r:id="rId68"/>
    <p:sldId id="330" r:id="rId69"/>
    <p:sldId id="331"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2" autoAdjust="0"/>
    <p:restoredTop sz="94660"/>
  </p:normalViewPr>
  <p:slideViewPr>
    <p:cSldViewPr snapToGrid="0">
      <p:cViewPr varScale="1">
        <p:scale>
          <a:sx n="47" d="100"/>
          <a:sy n="47" d="100"/>
        </p:scale>
        <p:origin x="52"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3723B0-C9B5-4A1F-8A52-C43A3F81233B}" type="datetimeFigureOut">
              <a:rPr lang="en-IN" smtClean="0"/>
              <a:t>10-03-2021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494660-0D87-4BC5-8BDB-68DAEFDA2ADD}" type="slidenum">
              <a:rPr lang="en-IN" smtClean="0"/>
              <a:t>‹#›</a:t>
            </a:fld>
            <a:endParaRPr lang="en-IN"/>
          </a:p>
        </p:txBody>
      </p:sp>
    </p:spTree>
    <p:extLst>
      <p:ext uri="{BB962C8B-B14F-4D97-AF65-F5344CB8AC3E}">
        <p14:creationId xmlns:p14="http://schemas.microsoft.com/office/powerpoint/2010/main" val="56574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897CA7-0961-4EEF-ADA8-48772DA91DED}" type="slidenum">
              <a:rPr lang="he-IL"/>
              <a:pPr/>
              <a:t>22</a:t>
            </a:fld>
            <a:endParaRPr lang="en-US"/>
          </a:p>
        </p:txBody>
      </p:sp>
      <p:sp>
        <p:nvSpPr>
          <p:cNvPr id="1033218" name="Rectangle 2"/>
          <p:cNvSpPr>
            <a:spLocks noGrp="1" noRot="1" noChangeAspect="1" noChangeArrowheads="1" noTextEdit="1"/>
          </p:cNvSpPr>
          <p:nvPr>
            <p:ph type="sldImg"/>
          </p:nvPr>
        </p:nvSpPr>
        <p:spPr>
          <a:ln/>
        </p:spPr>
      </p:sp>
      <p:sp>
        <p:nvSpPr>
          <p:cNvPr id="1033219" name="Rectangle 3"/>
          <p:cNvSpPr>
            <a:spLocks noGrp="1" noChangeArrowheads="1"/>
          </p:cNvSpPr>
          <p:nvPr>
            <p:ph type="body" idx="1"/>
          </p:nvPr>
        </p:nvSpPr>
        <p:spPr/>
        <p:txBody>
          <a:bodyPr/>
          <a:lstStyle/>
          <a:p>
            <a:endParaRPr lang="he-IL"/>
          </a:p>
        </p:txBody>
      </p:sp>
    </p:spTree>
    <p:extLst>
      <p:ext uri="{BB962C8B-B14F-4D97-AF65-F5344CB8AC3E}">
        <p14:creationId xmlns:p14="http://schemas.microsoft.com/office/powerpoint/2010/main" val="325527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86427D-4B6B-47DD-A47C-6BC5F74CB706}" type="slidenum">
              <a:rPr lang="he-IL"/>
              <a:pPr/>
              <a:t>23</a:t>
            </a:fld>
            <a:endParaRPr lang="en-US"/>
          </a:p>
        </p:txBody>
      </p:sp>
      <p:sp>
        <p:nvSpPr>
          <p:cNvPr id="1075202" name="Rectangle 2"/>
          <p:cNvSpPr>
            <a:spLocks noGrp="1" noRot="1" noChangeAspect="1" noChangeArrowheads="1" noTextEdit="1"/>
          </p:cNvSpPr>
          <p:nvPr>
            <p:ph type="sldImg"/>
          </p:nvPr>
        </p:nvSpPr>
        <p:spPr>
          <a:xfrm>
            <a:off x="1143000" y="685800"/>
            <a:ext cx="4572000" cy="3429000"/>
          </a:xfrm>
          <a:ln/>
        </p:spPr>
      </p:sp>
      <p:sp>
        <p:nvSpPr>
          <p:cNvPr id="1075203" name="Rectangle 3"/>
          <p:cNvSpPr>
            <a:spLocks noGrp="1" noChangeArrowheads="1"/>
          </p:cNvSpPr>
          <p:nvPr>
            <p:ph type="body" idx="1"/>
          </p:nvPr>
        </p:nvSpPr>
        <p:spPr>
          <a:xfrm>
            <a:off x="913991" y="4342939"/>
            <a:ext cx="5030018" cy="4114587"/>
          </a:xfrm>
        </p:spPr>
        <p:txBody>
          <a:bodyPr/>
          <a:lstStyle/>
          <a:p>
            <a:endParaRPr lang="he-IL"/>
          </a:p>
        </p:txBody>
      </p:sp>
    </p:spTree>
    <p:extLst>
      <p:ext uri="{BB962C8B-B14F-4D97-AF65-F5344CB8AC3E}">
        <p14:creationId xmlns:p14="http://schemas.microsoft.com/office/powerpoint/2010/main" val="3775884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7DCA9C-E59C-4828-AFFD-D6937053AD7D}" type="slidenum">
              <a:rPr lang="he-IL"/>
              <a:pPr/>
              <a:t>24</a:t>
            </a:fld>
            <a:endParaRPr lang="en-US"/>
          </a:p>
        </p:txBody>
      </p:sp>
      <p:sp>
        <p:nvSpPr>
          <p:cNvPr id="1077250" name="Rectangle 2"/>
          <p:cNvSpPr>
            <a:spLocks noGrp="1" noRot="1" noChangeAspect="1" noChangeArrowheads="1" noTextEdit="1"/>
          </p:cNvSpPr>
          <p:nvPr>
            <p:ph type="sldImg"/>
          </p:nvPr>
        </p:nvSpPr>
        <p:spPr>
          <a:xfrm>
            <a:off x="1143000" y="685800"/>
            <a:ext cx="4572000" cy="3429000"/>
          </a:xfrm>
          <a:ln/>
        </p:spPr>
      </p:sp>
      <p:sp>
        <p:nvSpPr>
          <p:cNvPr id="1077251" name="Rectangle 3"/>
          <p:cNvSpPr>
            <a:spLocks noGrp="1" noChangeArrowheads="1"/>
          </p:cNvSpPr>
          <p:nvPr>
            <p:ph type="body" idx="1"/>
          </p:nvPr>
        </p:nvSpPr>
        <p:spPr>
          <a:xfrm>
            <a:off x="913991" y="4342939"/>
            <a:ext cx="5030018" cy="4114587"/>
          </a:xfrm>
        </p:spPr>
        <p:txBody>
          <a:bodyPr/>
          <a:lstStyle/>
          <a:p>
            <a:endParaRPr lang="he-IL"/>
          </a:p>
        </p:txBody>
      </p:sp>
    </p:spTree>
    <p:extLst>
      <p:ext uri="{BB962C8B-B14F-4D97-AF65-F5344CB8AC3E}">
        <p14:creationId xmlns:p14="http://schemas.microsoft.com/office/powerpoint/2010/main" val="3925051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C47BD1-926A-40FD-8DAA-01AA9666B067}" type="slidenum">
              <a:rPr lang="he-IL"/>
              <a:pPr/>
              <a:t>25</a:t>
            </a:fld>
            <a:endParaRPr lang="en-US"/>
          </a:p>
        </p:txBody>
      </p:sp>
      <p:sp>
        <p:nvSpPr>
          <p:cNvPr id="1073154" name="Rectangle 2"/>
          <p:cNvSpPr>
            <a:spLocks noGrp="1" noRot="1" noChangeAspect="1" noChangeArrowheads="1" noTextEdit="1"/>
          </p:cNvSpPr>
          <p:nvPr>
            <p:ph type="sldImg"/>
          </p:nvPr>
        </p:nvSpPr>
        <p:spPr>
          <a:xfrm>
            <a:off x="1143000" y="685800"/>
            <a:ext cx="4572000" cy="3429000"/>
          </a:xfrm>
          <a:ln/>
        </p:spPr>
      </p:sp>
      <p:sp>
        <p:nvSpPr>
          <p:cNvPr id="1073155" name="Rectangle 3"/>
          <p:cNvSpPr>
            <a:spLocks noGrp="1" noChangeArrowheads="1"/>
          </p:cNvSpPr>
          <p:nvPr>
            <p:ph type="body" idx="1"/>
          </p:nvPr>
        </p:nvSpPr>
        <p:spPr>
          <a:xfrm>
            <a:off x="913991" y="4342939"/>
            <a:ext cx="5030018" cy="4114587"/>
          </a:xfrm>
        </p:spPr>
        <p:txBody>
          <a:bodyPr/>
          <a:lstStyle/>
          <a:p>
            <a:endParaRPr lang="he-IL"/>
          </a:p>
        </p:txBody>
      </p:sp>
    </p:spTree>
    <p:extLst>
      <p:ext uri="{BB962C8B-B14F-4D97-AF65-F5344CB8AC3E}">
        <p14:creationId xmlns:p14="http://schemas.microsoft.com/office/powerpoint/2010/main" val="3510345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6378CB-44F0-4FC8-9973-E04CDEB76023}" type="slidenum">
              <a:rPr lang="he-IL"/>
              <a:pPr/>
              <a:t>26</a:t>
            </a:fld>
            <a:endParaRPr lang="en-US"/>
          </a:p>
        </p:txBody>
      </p:sp>
      <p:sp>
        <p:nvSpPr>
          <p:cNvPr id="1079298" name="Rectangle 2"/>
          <p:cNvSpPr>
            <a:spLocks noGrp="1" noRot="1" noChangeAspect="1" noChangeArrowheads="1" noTextEdit="1"/>
          </p:cNvSpPr>
          <p:nvPr>
            <p:ph type="sldImg"/>
          </p:nvPr>
        </p:nvSpPr>
        <p:spPr>
          <a:ln/>
        </p:spPr>
      </p:sp>
      <p:sp>
        <p:nvSpPr>
          <p:cNvPr id="1079299" name="Rectangle 3"/>
          <p:cNvSpPr>
            <a:spLocks noGrp="1" noChangeArrowheads="1"/>
          </p:cNvSpPr>
          <p:nvPr>
            <p:ph type="body" idx="1"/>
          </p:nvPr>
        </p:nvSpPr>
        <p:spPr/>
        <p:txBody>
          <a:bodyPr/>
          <a:lstStyle/>
          <a:p>
            <a:endParaRPr lang="he-IL"/>
          </a:p>
        </p:txBody>
      </p:sp>
    </p:spTree>
    <p:extLst>
      <p:ext uri="{BB962C8B-B14F-4D97-AF65-F5344CB8AC3E}">
        <p14:creationId xmlns:p14="http://schemas.microsoft.com/office/powerpoint/2010/main" val="661600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4CE33E53-7943-4221-A2B1-ADB1241376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6078CC4-143C-4CCC-A4D7-151751E388FB}" type="slidenum">
              <a:rPr lang="en-US" altLang="en-US" sz="1200"/>
              <a:pPr eaLnBrk="1" hangingPunct="1"/>
              <a:t>49</a:t>
            </a:fld>
            <a:endParaRPr lang="en-US" altLang="en-US" sz="1200"/>
          </a:p>
        </p:txBody>
      </p:sp>
      <p:sp>
        <p:nvSpPr>
          <p:cNvPr id="26626" name="Rectangle 2">
            <a:extLst>
              <a:ext uri="{FF2B5EF4-FFF2-40B4-BE49-F238E27FC236}">
                <a16:creationId xmlns:a16="http://schemas.microsoft.com/office/drawing/2014/main" id="{4C1380EA-78C6-4E90-A236-22DF660331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Rectangle 3">
            <a:extLst>
              <a:ext uri="{FF2B5EF4-FFF2-40B4-BE49-F238E27FC236}">
                <a16:creationId xmlns:a16="http://schemas.microsoft.com/office/drawing/2014/main" id="{9367119E-CE7F-4B53-B5F9-299F220F7CB1}"/>
              </a:ext>
            </a:extLst>
          </p:cNvPr>
          <p:cNvSpPr>
            <a:spLocks noGrp="1" noChangeArrowheads="1"/>
          </p:cNvSpPr>
          <p:nvPr>
            <p:ph type="body" idx="1"/>
          </p:nvPr>
        </p:nvSpPr>
        <p:spPr bwMode="auto">
          <a:xfrm>
            <a:off x="914400" y="4343400"/>
            <a:ext cx="5029200" cy="4481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a:ea typeface="ＭＳ Ｐゴシック" panose="020B0600070205080204" pitchFamily="34" charset="-128"/>
              </a:rPr>
              <a:t>FIX M-I to M-I-1!!</a:t>
            </a:r>
            <a:endParaRPr lang="en-US" altLang="en-US">
              <a:ea typeface="ＭＳ Ｐゴシック" panose="020B0600070205080204" pitchFamily="34" charset="-128"/>
            </a:endParaRPr>
          </a:p>
          <a:p>
            <a:pPr eaLnBrk="1" hangingPunct="1">
              <a:spcBef>
                <a:spcPct val="0"/>
              </a:spcBef>
            </a:pPr>
            <a:endParaRPr lang="en-US" altLang="en-US">
              <a:ea typeface="ＭＳ Ｐゴシック" panose="020B0600070205080204" pitchFamily="34" charset="-128"/>
            </a:endParaRPr>
          </a:p>
          <a:p>
            <a:pPr eaLnBrk="1" hangingPunct="1">
              <a:spcBef>
                <a:spcPct val="0"/>
              </a:spcBef>
            </a:pPr>
            <a:r>
              <a:rPr lang="en-US" altLang="en-US">
                <a:ea typeface="ＭＳ Ｐゴシック" panose="020B0600070205080204" pitchFamily="34" charset="-128"/>
              </a:rPr>
              <a:t>Alright, before we look at any examples, let</a:t>
            </a:r>
            <a:r>
              <a:rPr lang="ja-JP" altLang="en-US">
                <a:latin typeface="Arial" panose="020B0604020202020204" pitchFamily="34" charset="0"/>
                <a:ea typeface="ＭＳ Ｐゴシック" panose="020B0600070205080204" pitchFamily="34" charset="-128"/>
              </a:rPr>
              <a:t>’</a:t>
            </a:r>
            <a:r>
              <a:rPr lang="en-US" altLang="ja-JP">
                <a:ea typeface="ＭＳ Ｐゴシック" panose="020B0600070205080204" pitchFamily="34" charset="-128"/>
              </a:rPr>
              <a:t>s look at what the node structure looks like.</a:t>
            </a:r>
          </a:p>
          <a:p>
            <a:pPr eaLnBrk="1" hangingPunct="1">
              <a:spcBef>
                <a:spcPct val="0"/>
              </a:spcBef>
            </a:pPr>
            <a:endParaRPr lang="en-US" altLang="en-US">
              <a:ea typeface="ＭＳ Ｐゴシック" panose="020B0600070205080204" pitchFamily="34" charset="-128"/>
            </a:endParaRPr>
          </a:p>
          <a:p>
            <a:pPr eaLnBrk="1" hangingPunct="1">
              <a:spcBef>
                <a:spcPct val="0"/>
              </a:spcBef>
            </a:pPr>
            <a:r>
              <a:rPr lang="en-US" altLang="en-US">
                <a:ea typeface="ＭＳ Ｐゴシック" panose="020B0600070205080204" pitchFamily="34" charset="-128"/>
              </a:rPr>
              <a:t>Internal nodes are arrays of pointers to children interspersed with search keys.</a:t>
            </a:r>
          </a:p>
          <a:p>
            <a:pPr eaLnBrk="1" hangingPunct="1">
              <a:spcBef>
                <a:spcPct val="0"/>
              </a:spcBef>
            </a:pPr>
            <a:r>
              <a:rPr lang="en-US" altLang="en-US">
                <a:ea typeface="ＭＳ Ｐゴシック" panose="020B0600070205080204" pitchFamily="34" charset="-128"/>
              </a:rPr>
              <a:t>Why </a:t>
            </a:r>
            <a:r>
              <a:rPr lang="en-US" altLang="en-US" b="1">
                <a:ea typeface="ＭＳ Ｐゴシック" panose="020B0600070205080204" pitchFamily="34" charset="-128"/>
              </a:rPr>
              <a:t>must</a:t>
            </a:r>
            <a:r>
              <a:rPr lang="en-US" altLang="en-US">
                <a:ea typeface="ＭＳ Ｐゴシック" panose="020B0600070205080204" pitchFamily="34" charset="-128"/>
              </a:rPr>
              <a:t> they be arrays rather than linked lists?</a:t>
            </a:r>
          </a:p>
          <a:p>
            <a:pPr eaLnBrk="1" hangingPunct="1">
              <a:spcBef>
                <a:spcPct val="0"/>
              </a:spcBef>
            </a:pPr>
            <a:r>
              <a:rPr lang="en-US" altLang="en-US">
                <a:ea typeface="ＭＳ Ｐゴシック" panose="020B0600070205080204" pitchFamily="34" charset="-128"/>
              </a:rPr>
              <a:t>Because we want contiguous memory!</a:t>
            </a:r>
          </a:p>
          <a:p>
            <a:pPr eaLnBrk="1" hangingPunct="1">
              <a:spcBef>
                <a:spcPct val="0"/>
              </a:spcBef>
            </a:pPr>
            <a:r>
              <a:rPr lang="en-US" altLang="en-US">
                <a:ea typeface="ＭＳ Ｐゴシック" panose="020B0600070205080204" pitchFamily="34" charset="-128"/>
              </a:rPr>
              <a:t>If the node has just I+1 children, it has I search keys, and M-I empty entries.</a:t>
            </a:r>
          </a:p>
          <a:p>
            <a:pPr eaLnBrk="1" hangingPunct="1">
              <a:spcBef>
                <a:spcPct val="0"/>
              </a:spcBef>
            </a:pPr>
            <a:r>
              <a:rPr lang="en-US" altLang="en-US">
                <a:ea typeface="ＭＳ Ｐゴシック" panose="020B0600070205080204" pitchFamily="34" charset="-128"/>
              </a:rPr>
              <a:t>A leaf looks similar (I</a:t>
            </a:r>
            <a:r>
              <a:rPr lang="ja-JP" altLang="en-US">
                <a:latin typeface="Arial" panose="020B0604020202020204" pitchFamily="34" charset="0"/>
                <a:ea typeface="ＭＳ Ｐゴシック" panose="020B0600070205080204" pitchFamily="34" charset="-128"/>
              </a:rPr>
              <a:t>’</a:t>
            </a:r>
            <a:r>
              <a:rPr lang="en-US" altLang="ja-JP">
                <a:ea typeface="ＭＳ Ｐゴシック" panose="020B0600070205080204" pitchFamily="34" charset="-128"/>
              </a:rPr>
              <a:t>ll use green for leaves), and has similar properties.</a:t>
            </a:r>
          </a:p>
          <a:p>
            <a:pPr eaLnBrk="1" hangingPunct="1">
              <a:spcBef>
                <a:spcPct val="0"/>
              </a:spcBef>
            </a:pPr>
            <a:r>
              <a:rPr lang="en-US" altLang="en-US">
                <a:ea typeface="ＭＳ Ｐゴシック" panose="020B0600070205080204" pitchFamily="34" charset="-128"/>
              </a:rPr>
              <a:t>Why are these different?</a:t>
            </a:r>
          </a:p>
          <a:p>
            <a:pPr eaLnBrk="1" hangingPunct="1">
              <a:spcBef>
                <a:spcPct val="0"/>
              </a:spcBef>
            </a:pPr>
            <a:r>
              <a:rPr lang="en-US" altLang="en-US">
                <a:ea typeface="ＭＳ Ｐゴシック" panose="020B0600070205080204" pitchFamily="34" charset="-128"/>
              </a:rPr>
              <a:t>Because internal nodes need subtrees-1 keys.</a:t>
            </a:r>
          </a:p>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D2BD3FEB-5437-4F88-9009-AC3B111183A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FA0F6E2-DBCD-4524-8311-4B6D8BBC26D7}" type="slidenum">
              <a:rPr lang="en-US" altLang="en-US" sz="1200"/>
              <a:pPr eaLnBrk="1" hangingPunct="1"/>
              <a:t>50</a:t>
            </a:fld>
            <a:endParaRPr lang="en-US" altLang="en-US" sz="1200"/>
          </a:p>
        </p:txBody>
      </p:sp>
      <p:sp>
        <p:nvSpPr>
          <p:cNvPr id="28674" name="Rectangle 2">
            <a:extLst>
              <a:ext uri="{FF2B5EF4-FFF2-40B4-BE49-F238E27FC236}">
                <a16:creationId xmlns:a16="http://schemas.microsoft.com/office/drawing/2014/main" id="{6F4EDA58-1D4D-4D9C-89DA-066ED551F86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3">
            <a:extLst>
              <a:ext uri="{FF2B5EF4-FFF2-40B4-BE49-F238E27FC236}">
                <a16:creationId xmlns:a16="http://schemas.microsoft.com/office/drawing/2014/main" id="{BBBB2FAB-AE87-4A67-A6A6-D478DEBB2D0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ＭＳ Ｐゴシック" panose="020B0600070205080204" pitchFamily="34" charset="-128"/>
              </a:rPr>
              <a:t>This is just an example B-tree. Notice that it has 24 entries with a depth of only 2. </a:t>
            </a:r>
          </a:p>
          <a:p>
            <a:pPr eaLnBrk="1" hangingPunct="1">
              <a:spcBef>
                <a:spcPct val="0"/>
              </a:spcBef>
            </a:pPr>
            <a:r>
              <a:rPr lang="en-US" altLang="en-US">
                <a:ea typeface="ＭＳ Ｐゴシック" panose="020B0600070205080204" pitchFamily="34" charset="-128"/>
              </a:rPr>
              <a:t>A BST would be 4 deep.</a:t>
            </a:r>
          </a:p>
          <a:p>
            <a:pPr eaLnBrk="1" hangingPunct="1">
              <a:spcBef>
                <a:spcPct val="0"/>
              </a:spcBef>
            </a:pPr>
            <a:endParaRPr lang="en-US" altLang="en-US">
              <a:ea typeface="ＭＳ Ｐゴシック" panose="020B0600070205080204" pitchFamily="34" charset="-128"/>
            </a:endParaRPr>
          </a:p>
          <a:p>
            <a:pPr eaLnBrk="1" hangingPunct="1">
              <a:spcBef>
                <a:spcPct val="0"/>
              </a:spcBef>
            </a:pPr>
            <a:r>
              <a:rPr lang="en-US" altLang="en-US">
                <a:ea typeface="ＭＳ Ｐゴシック" panose="020B0600070205080204" pitchFamily="34" charset="-128"/>
              </a:rPr>
              <a:t>Notice also that the leaves are at the same level in the tree. I</a:t>
            </a:r>
            <a:r>
              <a:rPr lang="ja-JP" altLang="en-US">
                <a:latin typeface="Arial" panose="020B0604020202020204" pitchFamily="34" charset="0"/>
                <a:ea typeface="ＭＳ Ｐゴシック" panose="020B0600070205080204" pitchFamily="34" charset="-128"/>
              </a:rPr>
              <a:t>’</a:t>
            </a:r>
            <a:r>
              <a:rPr lang="en-US" altLang="ja-JP">
                <a:ea typeface="ＭＳ Ｐゴシック" panose="020B0600070205080204" pitchFamily="34" charset="-128"/>
              </a:rPr>
              <a:t>ll use integers as both key and data, but we all know that that could as well be different data at the bottom, right?</a:t>
            </a:r>
            <a:endParaRPr lang="en-US" altLang="en-US">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a:extLst>
              <a:ext uri="{FF2B5EF4-FFF2-40B4-BE49-F238E27FC236}">
                <a16:creationId xmlns:a16="http://schemas.microsoft.com/office/drawing/2014/main" id="{BC11F515-1952-479F-8511-1C179EC36585}"/>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Notes Placeholder 2">
            <a:extLst>
              <a:ext uri="{FF2B5EF4-FFF2-40B4-BE49-F238E27FC236}">
                <a16:creationId xmlns:a16="http://schemas.microsoft.com/office/drawing/2014/main" id="{AF2AA72B-3A7F-41AA-9F9A-21172292F4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Add 95 to 75, 80, 85, 90; node full.  Split into:  75, 80 and 85, 90 95.   Propagate middle value (85) to parent.</a:t>
            </a:r>
          </a:p>
          <a:p>
            <a:pPr eaLnBrk="1" hangingPunct="1"/>
            <a:r>
              <a:rPr lang="en-US" altLang="en-US">
                <a:ea typeface="ＭＳ Ｐゴシック" panose="020B0600070205080204" pitchFamily="34" charset="-128"/>
              </a:rPr>
              <a:t>Parent is full with 25, 50, 60, 75.  Split into 25, 50 and 60, 75, 85.  Propagate middle value (60) up the tree.</a:t>
            </a:r>
          </a:p>
        </p:txBody>
      </p:sp>
      <p:sp>
        <p:nvSpPr>
          <p:cNvPr id="39939" name="Slide Number Placeholder 3">
            <a:extLst>
              <a:ext uri="{FF2B5EF4-FFF2-40B4-BE49-F238E27FC236}">
                <a16:creationId xmlns:a16="http://schemas.microsoft.com/office/drawing/2014/main" id="{5D10860D-B800-46ED-899F-D87202C1C85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80D668A-952B-4520-92A5-D5AF79B4F8F2}" type="slidenum">
              <a:rPr lang="en-US" altLang="en-US" sz="1200"/>
              <a:pPr eaLnBrk="1" hangingPunct="1"/>
              <a:t>60</a:t>
            </a:fld>
            <a:endParaRPr lang="en-US"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a:extLst>
              <a:ext uri="{FF2B5EF4-FFF2-40B4-BE49-F238E27FC236}">
                <a16:creationId xmlns:a16="http://schemas.microsoft.com/office/drawing/2014/main" id="{3ABA9866-CE1C-49FC-BE7C-D318B574547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Notes Placeholder 2">
            <a:extLst>
              <a:ext uri="{FF2B5EF4-FFF2-40B4-BE49-F238E27FC236}">
                <a16:creationId xmlns:a16="http://schemas.microsoft.com/office/drawing/2014/main" id="{7EA0A28E-341E-4F90-A91B-BCAFC3AEE2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B+ Trees grow UP from the bottom</a:t>
            </a:r>
          </a:p>
        </p:txBody>
      </p:sp>
      <p:sp>
        <p:nvSpPr>
          <p:cNvPr id="41987" name="Slide Number Placeholder 3">
            <a:extLst>
              <a:ext uri="{FF2B5EF4-FFF2-40B4-BE49-F238E27FC236}">
                <a16:creationId xmlns:a16="http://schemas.microsoft.com/office/drawing/2014/main" id="{22E7824F-1B00-4658-B24F-51C2113D3C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F811A35-E409-463B-9364-F71022A93062}" type="slidenum">
              <a:rPr lang="en-US" altLang="en-US" sz="1200"/>
              <a:pPr eaLnBrk="1" hangingPunct="1"/>
              <a:t>61</a:t>
            </a:fld>
            <a:endParaRPr lang="en-US"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a:extLst>
              <a:ext uri="{FF2B5EF4-FFF2-40B4-BE49-F238E27FC236}">
                <a16:creationId xmlns:a16="http://schemas.microsoft.com/office/drawing/2014/main" id="{E3C5606D-B1C4-40A8-9C19-0D1DB5F77BD3}"/>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4" name="Notes Placeholder 2">
            <a:extLst>
              <a:ext uri="{FF2B5EF4-FFF2-40B4-BE49-F238E27FC236}">
                <a16:creationId xmlns:a16="http://schemas.microsoft.com/office/drawing/2014/main" id="{5D2629D9-DDF8-4C8D-923B-4817FCA1F3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ea typeface="ＭＳ Ｐゴシック" panose="020B0600070205080204" pitchFamily="34" charset="-128"/>
            </a:endParaRPr>
          </a:p>
        </p:txBody>
      </p:sp>
      <p:sp>
        <p:nvSpPr>
          <p:cNvPr id="44035" name="Slide Number Placeholder 3">
            <a:extLst>
              <a:ext uri="{FF2B5EF4-FFF2-40B4-BE49-F238E27FC236}">
                <a16:creationId xmlns:a16="http://schemas.microsoft.com/office/drawing/2014/main" id="{6FDF9E49-F650-479E-B467-255DD35E0E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A24005B-8513-4ABF-91E2-9A6204EAFDC4}" type="slidenum">
              <a:rPr lang="en-US" altLang="en-US" sz="1200"/>
              <a:pPr eaLnBrk="1" hangingPunct="1"/>
              <a:t>62</a:t>
            </a:fld>
            <a:endParaRPr lang="en-US"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a:extLst>
              <a:ext uri="{FF2B5EF4-FFF2-40B4-BE49-F238E27FC236}">
                <a16:creationId xmlns:a16="http://schemas.microsoft.com/office/drawing/2014/main" id="{3140661D-AC65-4A24-83C3-BF9A0BBAFFA3}"/>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2" name="Notes Placeholder 2">
            <a:extLst>
              <a:ext uri="{FF2B5EF4-FFF2-40B4-BE49-F238E27FC236}">
                <a16:creationId xmlns:a16="http://schemas.microsoft.com/office/drawing/2014/main" id="{AB956438-CA53-4022-A911-9EEAE009FD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Locate it in the leaf node.  Delete it.  Node is still &gt;= 50% full, all done.</a:t>
            </a:r>
          </a:p>
        </p:txBody>
      </p:sp>
      <p:sp>
        <p:nvSpPr>
          <p:cNvPr id="46083" name="Slide Number Placeholder 3">
            <a:extLst>
              <a:ext uri="{FF2B5EF4-FFF2-40B4-BE49-F238E27FC236}">
                <a16:creationId xmlns:a16="http://schemas.microsoft.com/office/drawing/2014/main" id="{E61F0A49-FC57-4B1A-806D-4CC8DF056F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3F0469C-A600-4CCC-B46B-BC7355A258F3}" type="slidenum">
              <a:rPr lang="en-US" altLang="en-US" sz="1200"/>
              <a:pPr eaLnBrk="1" hangingPunct="1"/>
              <a:t>63</a:t>
            </a:fld>
            <a:endParaRPr lang="en-US"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a:extLst>
              <a:ext uri="{FF2B5EF4-FFF2-40B4-BE49-F238E27FC236}">
                <a16:creationId xmlns:a16="http://schemas.microsoft.com/office/drawing/2014/main" id="{E09ABFA0-26DD-4B84-B5CA-3E6277B1106A}"/>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0" name="Notes Placeholder 2">
            <a:extLst>
              <a:ext uri="{FF2B5EF4-FFF2-40B4-BE49-F238E27FC236}">
                <a16:creationId xmlns:a16="http://schemas.microsoft.com/office/drawing/2014/main" id="{9A0D1BC6-8E9E-4A72-A714-E69A3B2B65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Locate 25 in leaf.  Delete it.  Node still &gt;= 50% full so okay.</a:t>
            </a:r>
          </a:p>
          <a:p>
            <a:pPr eaLnBrk="1" hangingPunct="1"/>
            <a:r>
              <a:rPr lang="en-US" altLang="en-US">
                <a:ea typeface="ＭＳ Ｐゴシック" panose="020B0600070205080204" pitchFamily="34" charset="-128"/>
              </a:rPr>
              <a:t>BUT, 25 was used in index node….</a:t>
            </a:r>
          </a:p>
          <a:p>
            <a:pPr eaLnBrk="1" hangingPunct="1"/>
            <a:r>
              <a:rPr lang="en-US" altLang="en-US">
                <a:ea typeface="ＭＳ Ｐゴシック" panose="020B0600070205080204" pitchFamily="34" charset="-128"/>
              </a:rPr>
              <a:t>Propagate smallest value in leaf node (28) up the tree to replace it.</a:t>
            </a:r>
          </a:p>
        </p:txBody>
      </p:sp>
      <p:sp>
        <p:nvSpPr>
          <p:cNvPr id="48131" name="Slide Number Placeholder 3">
            <a:extLst>
              <a:ext uri="{FF2B5EF4-FFF2-40B4-BE49-F238E27FC236}">
                <a16:creationId xmlns:a16="http://schemas.microsoft.com/office/drawing/2014/main" id="{EE27016D-09A9-4155-90EB-43BBA8F3DA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8A8A77A-8854-4ABF-8466-C6CBDB56407B}" type="slidenum">
              <a:rPr lang="en-US" altLang="en-US" sz="1200"/>
              <a:pPr eaLnBrk="1" hangingPunct="1"/>
              <a:t>64</a:t>
            </a:fld>
            <a:endParaRPr lang="en-US"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AC26AC92-3501-4B04-A1D1-0BD5A4316BC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A76906E8-E585-4B78-B345-C470E8274D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Locate 60 in leaf node   Delete it.  Leaf now &lt; 50% full.</a:t>
            </a:r>
          </a:p>
          <a:p>
            <a:pPr eaLnBrk="1" hangingPunct="1"/>
            <a:r>
              <a:rPr lang="en-US" altLang="en-US">
                <a:ea typeface="ＭＳ Ｐゴシック" panose="020B0600070205080204" pitchFamily="34" charset="-128"/>
              </a:rPr>
              <a:t>Neighbor at most 50% full, so merge with neighbor to the right. Guaranteed to fit.</a:t>
            </a:r>
          </a:p>
        </p:txBody>
      </p:sp>
      <p:sp>
        <p:nvSpPr>
          <p:cNvPr id="51203" name="Slide Number Placeholder 3">
            <a:extLst>
              <a:ext uri="{FF2B5EF4-FFF2-40B4-BE49-F238E27FC236}">
                <a16:creationId xmlns:a16="http://schemas.microsoft.com/office/drawing/2014/main" id="{4AF440C9-B6DD-43A7-8ED4-4617F4E09E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7DD5970-59E7-4E9E-BE8E-820706BCCB14}" type="slidenum">
              <a:rPr lang="en-US" altLang="en-US" sz="1200"/>
              <a:pPr eaLnBrk="1" hangingPunct="1"/>
              <a:t>66</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012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020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65547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3/10/2021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7514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3/10/2021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2943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3/10/2021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5808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406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0053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85876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8256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435286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10363200" cy="1143000"/>
          </a:xfrm>
        </p:spPr>
        <p:txBody>
          <a:bodyPr/>
          <a:lstStyle/>
          <a:p>
            <a:r>
              <a:rPr lang="en-US"/>
              <a:t>Click to edit Master title style</a:t>
            </a:r>
            <a:endParaRPr lang="he-IL"/>
          </a:p>
        </p:txBody>
      </p:sp>
      <p:sp>
        <p:nvSpPr>
          <p:cNvPr id="3" name="Table Placeholder 2"/>
          <p:cNvSpPr>
            <a:spLocks noGrp="1"/>
          </p:cNvSpPr>
          <p:nvPr>
            <p:ph type="tbl" idx="1"/>
          </p:nvPr>
        </p:nvSpPr>
        <p:spPr>
          <a:xfrm>
            <a:off x="914400" y="1981200"/>
            <a:ext cx="10363200" cy="4114800"/>
          </a:xfrm>
        </p:spPr>
        <p:txBody>
          <a:bodyPr/>
          <a:lstStyle/>
          <a:p>
            <a:endParaRPr lang="he-IL"/>
          </a:p>
        </p:txBody>
      </p:sp>
      <p:sp>
        <p:nvSpPr>
          <p:cNvPr id="4" name="Footer Placeholder 3"/>
          <p:cNvSpPr>
            <a:spLocks noGrp="1"/>
          </p:cNvSpPr>
          <p:nvPr>
            <p:ph type="ftr" sz="quarter" idx="10"/>
          </p:nvPr>
        </p:nvSpPr>
        <p:spPr>
          <a:xfrm>
            <a:off x="914400" y="6324600"/>
            <a:ext cx="6299200" cy="381000"/>
          </a:xfrm>
        </p:spPr>
        <p:txBody>
          <a:bodyPr/>
          <a:lstStyle>
            <a:lvl1pPr>
              <a:defRPr/>
            </a:lvl1pPr>
          </a:lstStyle>
          <a:p>
            <a:r>
              <a:rPr lang="en-US"/>
              <a:t>Data Structure , Dr. Yael Moses, IDC</a:t>
            </a:r>
          </a:p>
        </p:txBody>
      </p:sp>
    </p:spTree>
    <p:extLst>
      <p:ext uri="{BB962C8B-B14F-4D97-AF65-F5344CB8AC3E}">
        <p14:creationId xmlns:p14="http://schemas.microsoft.com/office/powerpoint/2010/main" val="4227608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533400"/>
            <a:ext cx="10363200" cy="5562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3" name="Footer Placeholder 2"/>
          <p:cNvSpPr>
            <a:spLocks noGrp="1"/>
          </p:cNvSpPr>
          <p:nvPr>
            <p:ph type="ftr" sz="quarter" idx="10"/>
          </p:nvPr>
        </p:nvSpPr>
        <p:spPr>
          <a:xfrm>
            <a:off x="914400" y="6324600"/>
            <a:ext cx="6299200" cy="381000"/>
          </a:xfrm>
        </p:spPr>
        <p:txBody>
          <a:bodyPr/>
          <a:lstStyle>
            <a:lvl1pPr>
              <a:defRPr/>
            </a:lvl1pPr>
          </a:lstStyle>
          <a:p>
            <a:r>
              <a:rPr lang="en-US"/>
              <a:t>Data Structure , Dr. Yael Moses, IDC</a:t>
            </a:r>
          </a:p>
        </p:txBody>
      </p:sp>
    </p:spTree>
    <p:extLst>
      <p:ext uri="{BB962C8B-B14F-4D97-AF65-F5344CB8AC3E}">
        <p14:creationId xmlns:p14="http://schemas.microsoft.com/office/powerpoint/2010/main" val="3883582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1219200" y="277813"/>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1219200" y="1600201"/>
            <a:ext cx="508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502400" y="1600201"/>
            <a:ext cx="5080000" cy="4530725"/>
          </a:xfrm>
        </p:spPr>
        <p:txBody>
          <a:bodyPr/>
          <a:lstStyle/>
          <a:p>
            <a:pPr lvl="0"/>
            <a:endParaRPr lang="en-US" noProof="0"/>
          </a:p>
        </p:txBody>
      </p:sp>
      <p:sp>
        <p:nvSpPr>
          <p:cNvPr id="5" name="Rectangle 9">
            <a:extLst>
              <a:ext uri="{FF2B5EF4-FFF2-40B4-BE49-F238E27FC236}">
                <a16:creationId xmlns:a16="http://schemas.microsoft.com/office/drawing/2014/main" id="{65C0B388-9C5D-4726-B04D-A240E954AB6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DF3ABF46-0E5D-4C31-BA1D-F3D9E6A1A2E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A4DAA7C4-D157-4219-98C0-C7D81F24DDA9}"/>
              </a:ext>
            </a:extLst>
          </p:cNvPr>
          <p:cNvSpPr>
            <a:spLocks noGrp="1" noChangeArrowheads="1"/>
          </p:cNvSpPr>
          <p:nvPr>
            <p:ph type="sldNum" sz="quarter" idx="12"/>
          </p:nvPr>
        </p:nvSpPr>
        <p:spPr>
          <a:ln/>
        </p:spPr>
        <p:txBody>
          <a:bodyPr/>
          <a:lstStyle>
            <a:lvl1pPr>
              <a:defRPr/>
            </a:lvl1pPr>
          </a:lstStyle>
          <a:p>
            <a:fld id="{1FD252B2-77F1-4B6D-8E7B-6C9B9A92E62C}" type="slidenum">
              <a:rPr lang="en-US" altLang="en-US"/>
              <a:pPr/>
              <a:t>‹#›</a:t>
            </a:fld>
            <a:endParaRPr lang="en-US" altLang="en-US"/>
          </a:p>
        </p:txBody>
      </p:sp>
    </p:spTree>
    <p:extLst>
      <p:ext uri="{BB962C8B-B14F-4D97-AF65-F5344CB8AC3E}">
        <p14:creationId xmlns:p14="http://schemas.microsoft.com/office/powerpoint/2010/main" val="2027234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277813"/>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1219200" y="1600201"/>
            <a:ext cx="508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600201"/>
            <a:ext cx="508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A9F52E05-A231-496D-841F-43B5ED8552E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EB41C98D-9E19-4512-83DA-3564C6E7B78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42CF5476-119E-46BF-903F-044AA483066E}"/>
              </a:ext>
            </a:extLst>
          </p:cNvPr>
          <p:cNvSpPr>
            <a:spLocks noGrp="1" noChangeArrowheads="1"/>
          </p:cNvSpPr>
          <p:nvPr>
            <p:ph type="sldNum" sz="quarter" idx="12"/>
          </p:nvPr>
        </p:nvSpPr>
        <p:spPr>
          <a:ln/>
        </p:spPr>
        <p:txBody>
          <a:bodyPr/>
          <a:lstStyle>
            <a:lvl1pPr>
              <a:defRPr/>
            </a:lvl1pPr>
          </a:lstStyle>
          <a:p>
            <a:fld id="{0B476F2F-543E-46CA-AB1E-987B32AD2CA8}" type="slidenum">
              <a:rPr lang="en-US" altLang="en-US"/>
              <a:pPr/>
              <a:t>‹#›</a:t>
            </a:fld>
            <a:endParaRPr lang="en-US" altLang="en-US"/>
          </a:p>
        </p:txBody>
      </p:sp>
    </p:spTree>
    <p:extLst>
      <p:ext uri="{BB962C8B-B14F-4D97-AF65-F5344CB8AC3E}">
        <p14:creationId xmlns:p14="http://schemas.microsoft.com/office/powerpoint/2010/main" val="2595650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3/10/2021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59730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4.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5.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5.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5.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17.jpeg"/><Relationship Id="rId1" Type="http://schemas.openxmlformats.org/officeDocument/2006/relationships/slideLayout" Target="../slideLayouts/slideLayout14.xml"/><Relationship Id="rId4" Type="http://schemas.openxmlformats.org/officeDocument/2006/relationships/image" Target="../media/image18.emf"/></Relationships>
</file>

<file path=ppt/slides/_rels/slide5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Tree</a:t>
            </a:r>
            <a:br>
              <a:rPr lang="en-US" dirty="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275A-5FBE-4362-89F0-FD8BA2B983AD}"/>
              </a:ext>
            </a:extLst>
          </p:cNvPr>
          <p:cNvSpPr>
            <a:spLocks noGrp="1"/>
          </p:cNvSpPr>
          <p:nvPr>
            <p:ph type="ctrTitle"/>
          </p:nvPr>
        </p:nvSpPr>
        <p:spPr/>
        <p:txBody>
          <a:bodyPr>
            <a:noAutofit/>
          </a:bodyPr>
          <a:lstStyle/>
          <a:p>
            <a:pPr marL="342900" indent="-342900" algn="just">
              <a:buFont typeface="Wingdings" panose="05000000000000000000" pitchFamily="2" charset="2"/>
              <a:buChar char="q"/>
            </a:pPr>
            <a:r>
              <a:rPr lang="en-US" sz="2400" b="0" i="0" dirty="0">
                <a:solidFill>
                  <a:srgbClr val="202124"/>
                </a:solidFill>
                <a:effectLst/>
                <a:latin typeface="arial" panose="020B0604020202020204" pitchFamily="34" charset="0"/>
              </a:rPr>
              <a:t>A </a:t>
            </a:r>
            <a:r>
              <a:rPr lang="en-US" sz="2400" b="1" i="0" dirty="0">
                <a:solidFill>
                  <a:srgbClr val="202124"/>
                </a:solidFill>
                <a:effectLst/>
                <a:latin typeface="arial" panose="020B0604020202020204" pitchFamily="34" charset="0"/>
              </a:rPr>
              <a:t>binary tree</a:t>
            </a:r>
            <a:r>
              <a:rPr lang="en-US" sz="2400" b="0" i="0" dirty="0">
                <a:solidFill>
                  <a:srgbClr val="202124"/>
                </a:solidFill>
                <a:effectLst/>
                <a:latin typeface="arial" panose="020B0604020202020204" pitchFamily="34" charset="0"/>
              </a:rPr>
              <a:t> is a </a:t>
            </a:r>
            <a:r>
              <a:rPr lang="en-US" sz="2400" b="1" i="0" dirty="0">
                <a:solidFill>
                  <a:srgbClr val="202124"/>
                </a:solidFill>
                <a:effectLst/>
                <a:latin typeface="arial" panose="020B0604020202020204" pitchFamily="34" charset="0"/>
              </a:rPr>
              <a:t>tree</a:t>
            </a:r>
            <a:r>
              <a:rPr lang="en-US" sz="2400" b="0" i="0" dirty="0">
                <a:solidFill>
                  <a:srgbClr val="202124"/>
                </a:solidFill>
                <a:effectLst/>
                <a:latin typeface="arial" panose="020B0604020202020204" pitchFamily="34" charset="0"/>
              </a:rPr>
              <a:t>-type non-linear data structure with a maximum of two children for each parent. Every node in a </a:t>
            </a:r>
            <a:r>
              <a:rPr lang="en-US" sz="2400" b="1" i="0" dirty="0">
                <a:solidFill>
                  <a:srgbClr val="202124"/>
                </a:solidFill>
                <a:effectLst/>
                <a:latin typeface="arial" panose="020B0604020202020204" pitchFamily="34" charset="0"/>
              </a:rPr>
              <a:t>binary tree</a:t>
            </a:r>
            <a:r>
              <a:rPr lang="en-US" sz="2400" b="0" i="0" dirty="0">
                <a:solidFill>
                  <a:srgbClr val="202124"/>
                </a:solidFill>
                <a:effectLst/>
                <a:latin typeface="arial" panose="020B0604020202020204" pitchFamily="34" charset="0"/>
              </a:rPr>
              <a:t> has a left and right reference along with the data element. The node at the top of the hierarchy of a </a:t>
            </a:r>
            <a:r>
              <a:rPr lang="en-US" sz="2400" b="1" i="0" dirty="0">
                <a:solidFill>
                  <a:srgbClr val="202124"/>
                </a:solidFill>
                <a:effectLst/>
                <a:latin typeface="arial" panose="020B0604020202020204" pitchFamily="34" charset="0"/>
              </a:rPr>
              <a:t>tree</a:t>
            </a:r>
            <a:r>
              <a:rPr lang="en-US" sz="2400" b="0" i="0" dirty="0">
                <a:solidFill>
                  <a:srgbClr val="202124"/>
                </a:solidFill>
                <a:effectLst/>
                <a:latin typeface="arial" panose="020B0604020202020204" pitchFamily="34" charset="0"/>
              </a:rPr>
              <a:t> is called the root node. The nodes that hold other sub-nodes are the parent nodes.</a:t>
            </a:r>
            <a:endParaRPr lang="en-IN" sz="2400" dirty="0"/>
          </a:p>
        </p:txBody>
      </p:sp>
      <p:sp>
        <p:nvSpPr>
          <p:cNvPr id="3" name="Subtitle 2">
            <a:extLst>
              <a:ext uri="{FF2B5EF4-FFF2-40B4-BE49-F238E27FC236}">
                <a16:creationId xmlns:a16="http://schemas.microsoft.com/office/drawing/2014/main" id="{1CECE137-94A8-490A-B21B-5CF8B373AD68}"/>
              </a:ext>
            </a:extLst>
          </p:cNvPr>
          <p:cNvSpPr>
            <a:spLocks noGrp="1"/>
          </p:cNvSpPr>
          <p:nvPr>
            <p:ph type="subTitle" idx="1"/>
          </p:nvPr>
        </p:nvSpPr>
        <p:spPr/>
        <p:txBody>
          <a:bodyPr/>
          <a:lstStyle/>
          <a:p>
            <a:endParaRPr lang="en-IN" dirty="0"/>
          </a:p>
        </p:txBody>
      </p:sp>
      <p:pic>
        <p:nvPicPr>
          <p:cNvPr id="5" name="Picture 4">
            <a:extLst>
              <a:ext uri="{FF2B5EF4-FFF2-40B4-BE49-F238E27FC236}">
                <a16:creationId xmlns:a16="http://schemas.microsoft.com/office/drawing/2014/main" id="{BD8CC0A5-D14F-4EAE-A405-0BC7C8F200FA}"/>
              </a:ext>
            </a:extLst>
          </p:cNvPr>
          <p:cNvPicPr>
            <a:picLocks noChangeAspect="1"/>
          </p:cNvPicPr>
          <p:nvPr/>
        </p:nvPicPr>
        <p:blipFill>
          <a:blip r:embed="rId2"/>
          <a:stretch>
            <a:fillRect/>
          </a:stretch>
        </p:blipFill>
        <p:spPr>
          <a:xfrm>
            <a:off x="1835218" y="3509963"/>
            <a:ext cx="9058275" cy="2514601"/>
          </a:xfrm>
          <a:prstGeom prst="rect">
            <a:avLst/>
          </a:prstGeom>
        </p:spPr>
      </p:pic>
    </p:spTree>
    <p:extLst>
      <p:ext uri="{BB962C8B-B14F-4D97-AF65-F5344CB8AC3E}">
        <p14:creationId xmlns:p14="http://schemas.microsoft.com/office/powerpoint/2010/main" val="2265482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C13E-7099-4E24-BDCB-1ACB5341553A}"/>
              </a:ext>
            </a:extLst>
          </p:cNvPr>
          <p:cNvSpPr>
            <a:spLocks noGrp="1"/>
          </p:cNvSpPr>
          <p:nvPr>
            <p:ph type="title"/>
          </p:nvPr>
        </p:nvSpPr>
        <p:spPr/>
        <p:txBody>
          <a:bodyPr/>
          <a:lstStyle/>
          <a:p>
            <a:r>
              <a:rPr lang="en-US" b="0" i="0" u="none" strike="noStrike" dirty="0">
                <a:solidFill>
                  <a:srgbClr val="444444"/>
                </a:solidFill>
                <a:effectLst/>
                <a:latin typeface="proxima_novaregular"/>
              </a:rPr>
              <a:t>Types of Binary Trees</a:t>
            </a:r>
            <a:br>
              <a:rPr lang="en-US" b="0" i="0" u="none" strike="noStrike" dirty="0">
                <a:solidFill>
                  <a:srgbClr val="444444"/>
                </a:solidFill>
                <a:effectLst/>
                <a:latin typeface="proxima_novaregular"/>
              </a:rPr>
            </a:br>
            <a:endParaRPr lang="en-IN" dirty="0"/>
          </a:p>
        </p:txBody>
      </p:sp>
      <p:sp>
        <p:nvSpPr>
          <p:cNvPr id="3" name="Content Placeholder 2">
            <a:extLst>
              <a:ext uri="{FF2B5EF4-FFF2-40B4-BE49-F238E27FC236}">
                <a16:creationId xmlns:a16="http://schemas.microsoft.com/office/drawing/2014/main" id="{0AFF1C91-4495-43AC-B49D-4E26B62E7F0B}"/>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444444"/>
                </a:solidFill>
                <a:effectLst/>
                <a:latin typeface="proxima_novaregular"/>
              </a:rPr>
              <a:t>1. Full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2. Complete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3. Perfect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4. Balanced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5. Degenerate Binary Tree </a:t>
            </a:r>
            <a:endParaRPr lang="en-US" b="0" i="0" dirty="0">
              <a:solidFill>
                <a:srgbClr val="303133"/>
              </a:solidFill>
              <a:effectLst/>
              <a:latin typeface="proxima_novaregular"/>
            </a:endParaRPr>
          </a:p>
          <a:p>
            <a:pPr marL="0" indent="0">
              <a:buNone/>
            </a:pPr>
            <a:endParaRPr lang="en-IN" dirty="0"/>
          </a:p>
        </p:txBody>
      </p:sp>
    </p:spTree>
    <p:extLst>
      <p:ext uri="{BB962C8B-B14F-4D97-AF65-F5344CB8AC3E}">
        <p14:creationId xmlns:p14="http://schemas.microsoft.com/office/powerpoint/2010/main" val="193541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C13E-7099-4E24-BDCB-1ACB5341553A}"/>
              </a:ext>
            </a:extLst>
          </p:cNvPr>
          <p:cNvSpPr>
            <a:spLocks noGrp="1"/>
          </p:cNvSpPr>
          <p:nvPr>
            <p:ph type="title"/>
          </p:nvPr>
        </p:nvSpPr>
        <p:spPr/>
        <p:txBody>
          <a:bodyPr/>
          <a:lstStyle/>
          <a:p>
            <a:r>
              <a:rPr lang="en-US" b="0" i="0" u="none" strike="noStrike" dirty="0">
                <a:solidFill>
                  <a:srgbClr val="444444"/>
                </a:solidFill>
                <a:effectLst/>
                <a:latin typeface="proxima_novaregular"/>
              </a:rPr>
              <a:t>Types of Binary Trees</a:t>
            </a:r>
            <a:br>
              <a:rPr lang="en-US" b="0" i="0" u="none" strike="noStrike" dirty="0">
                <a:solidFill>
                  <a:srgbClr val="444444"/>
                </a:solidFill>
                <a:effectLst/>
                <a:latin typeface="proxima_novaregular"/>
              </a:rPr>
            </a:br>
            <a:endParaRPr lang="en-IN" dirty="0"/>
          </a:p>
        </p:txBody>
      </p:sp>
      <p:sp>
        <p:nvSpPr>
          <p:cNvPr id="3" name="Content Placeholder 2">
            <a:extLst>
              <a:ext uri="{FF2B5EF4-FFF2-40B4-BE49-F238E27FC236}">
                <a16:creationId xmlns:a16="http://schemas.microsoft.com/office/drawing/2014/main" id="{0AFF1C91-4495-43AC-B49D-4E26B62E7F0B}"/>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444444"/>
                </a:solidFill>
                <a:effectLst/>
                <a:latin typeface="proxima_novaregular"/>
              </a:rPr>
              <a:t>1. Full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2. Complete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3. Perfect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4. Balanced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5. Degenerate Binary Tree </a:t>
            </a:r>
            <a:endParaRPr lang="en-US" b="0" i="0" dirty="0">
              <a:solidFill>
                <a:srgbClr val="303133"/>
              </a:solidFill>
              <a:effectLst/>
              <a:latin typeface="proxima_novaregular"/>
            </a:endParaRPr>
          </a:p>
          <a:p>
            <a:pPr marL="0" indent="0">
              <a:buNone/>
            </a:pPr>
            <a:endParaRPr lang="en-IN" dirty="0"/>
          </a:p>
        </p:txBody>
      </p:sp>
    </p:spTree>
    <p:extLst>
      <p:ext uri="{BB962C8B-B14F-4D97-AF65-F5344CB8AC3E}">
        <p14:creationId xmlns:p14="http://schemas.microsoft.com/office/powerpoint/2010/main" val="132554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C13E-7099-4E24-BDCB-1ACB5341553A}"/>
              </a:ext>
            </a:extLst>
          </p:cNvPr>
          <p:cNvSpPr>
            <a:spLocks noGrp="1"/>
          </p:cNvSpPr>
          <p:nvPr>
            <p:ph type="title"/>
          </p:nvPr>
        </p:nvSpPr>
        <p:spPr/>
        <p:txBody>
          <a:bodyPr/>
          <a:lstStyle/>
          <a:p>
            <a:r>
              <a:rPr lang="en-US" b="0" i="0" u="none" strike="noStrike" dirty="0">
                <a:solidFill>
                  <a:srgbClr val="444444"/>
                </a:solidFill>
                <a:effectLst/>
                <a:latin typeface="proxima_novaregular"/>
              </a:rPr>
              <a:t>Types of Binary Trees</a:t>
            </a:r>
            <a:br>
              <a:rPr lang="en-US" b="0" i="0" u="none" strike="noStrike" dirty="0">
                <a:solidFill>
                  <a:srgbClr val="444444"/>
                </a:solidFill>
                <a:effectLst/>
                <a:latin typeface="proxima_novaregular"/>
              </a:rPr>
            </a:br>
            <a:endParaRPr lang="en-IN" dirty="0"/>
          </a:p>
        </p:txBody>
      </p:sp>
      <p:sp>
        <p:nvSpPr>
          <p:cNvPr id="3" name="Content Placeholder 2">
            <a:extLst>
              <a:ext uri="{FF2B5EF4-FFF2-40B4-BE49-F238E27FC236}">
                <a16:creationId xmlns:a16="http://schemas.microsoft.com/office/drawing/2014/main" id="{0AFF1C91-4495-43AC-B49D-4E26B62E7F0B}"/>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444444"/>
                </a:solidFill>
                <a:effectLst/>
                <a:latin typeface="proxima_novaregular"/>
              </a:rPr>
              <a:t>1. Full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2. Complete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3. Perfect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4. Balanced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5. Degenerate Binary Tree </a:t>
            </a:r>
            <a:endParaRPr lang="en-US" b="0" i="0" dirty="0">
              <a:solidFill>
                <a:srgbClr val="303133"/>
              </a:solidFill>
              <a:effectLst/>
              <a:latin typeface="proxima_novaregular"/>
            </a:endParaRPr>
          </a:p>
          <a:p>
            <a:pPr marL="0" indent="0">
              <a:buNone/>
            </a:pPr>
            <a:endParaRPr lang="en-IN" dirty="0"/>
          </a:p>
        </p:txBody>
      </p:sp>
      <p:pic>
        <p:nvPicPr>
          <p:cNvPr id="5" name="Picture 4">
            <a:extLst>
              <a:ext uri="{FF2B5EF4-FFF2-40B4-BE49-F238E27FC236}">
                <a16:creationId xmlns:a16="http://schemas.microsoft.com/office/drawing/2014/main" id="{A6C790BE-B671-4DCE-BC2A-A94D7F8C2910}"/>
              </a:ext>
            </a:extLst>
          </p:cNvPr>
          <p:cNvPicPr>
            <a:picLocks noChangeAspect="1"/>
          </p:cNvPicPr>
          <p:nvPr/>
        </p:nvPicPr>
        <p:blipFill>
          <a:blip r:embed="rId2"/>
          <a:stretch>
            <a:fillRect/>
          </a:stretch>
        </p:blipFill>
        <p:spPr>
          <a:xfrm>
            <a:off x="5059638" y="1535802"/>
            <a:ext cx="5133975" cy="2295525"/>
          </a:xfrm>
          <a:prstGeom prst="rect">
            <a:avLst/>
          </a:prstGeom>
        </p:spPr>
      </p:pic>
    </p:spTree>
    <p:extLst>
      <p:ext uri="{BB962C8B-B14F-4D97-AF65-F5344CB8AC3E}">
        <p14:creationId xmlns:p14="http://schemas.microsoft.com/office/powerpoint/2010/main" val="3346868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C13E-7099-4E24-BDCB-1ACB5341553A}"/>
              </a:ext>
            </a:extLst>
          </p:cNvPr>
          <p:cNvSpPr>
            <a:spLocks noGrp="1"/>
          </p:cNvSpPr>
          <p:nvPr>
            <p:ph type="title"/>
          </p:nvPr>
        </p:nvSpPr>
        <p:spPr/>
        <p:txBody>
          <a:bodyPr/>
          <a:lstStyle/>
          <a:p>
            <a:r>
              <a:rPr lang="en-US" b="0" i="0" u="none" strike="noStrike" dirty="0">
                <a:solidFill>
                  <a:srgbClr val="444444"/>
                </a:solidFill>
                <a:effectLst/>
                <a:latin typeface="proxima_novaregular"/>
              </a:rPr>
              <a:t>Types of Binary Trees</a:t>
            </a:r>
            <a:br>
              <a:rPr lang="en-US" b="0" i="0" u="none" strike="noStrike" dirty="0">
                <a:solidFill>
                  <a:srgbClr val="444444"/>
                </a:solidFill>
                <a:effectLst/>
                <a:latin typeface="proxima_novaregular"/>
              </a:rPr>
            </a:br>
            <a:endParaRPr lang="en-IN" dirty="0"/>
          </a:p>
        </p:txBody>
      </p:sp>
      <p:sp>
        <p:nvSpPr>
          <p:cNvPr id="3" name="Content Placeholder 2">
            <a:extLst>
              <a:ext uri="{FF2B5EF4-FFF2-40B4-BE49-F238E27FC236}">
                <a16:creationId xmlns:a16="http://schemas.microsoft.com/office/drawing/2014/main" id="{0AFF1C91-4495-43AC-B49D-4E26B62E7F0B}"/>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444444"/>
                </a:solidFill>
                <a:effectLst/>
                <a:latin typeface="proxima_novaregular"/>
              </a:rPr>
              <a:t>1. Full Binary Tree</a:t>
            </a:r>
          </a:p>
          <a:p>
            <a:pPr algn="l">
              <a:buFont typeface="Arial" panose="020B0604020202020204" pitchFamily="34" charset="0"/>
              <a:buChar char="•"/>
            </a:pPr>
            <a:r>
              <a:rPr lang="en-US" b="0" i="0" u="none" strike="noStrike" dirty="0">
                <a:solidFill>
                  <a:srgbClr val="444444"/>
                </a:solidFill>
                <a:effectLst/>
                <a:latin typeface="proxima_novaregular"/>
              </a:rPr>
              <a:t>  </a:t>
            </a:r>
            <a:r>
              <a:rPr lang="en-US" b="0" i="0" u="none" strike="noStrike" dirty="0">
                <a:solidFill>
                  <a:srgbClr val="444444"/>
                </a:solidFill>
                <a:effectLst/>
                <a:highlight>
                  <a:srgbClr val="00FFFF"/>
                </a:highlight>
                <a:latin typeface="proxima_novaregular"/>
              </a:rPr>
              <a:t>[</a:t>
            </a:r>
            <a:r>
              <a:rPr lang="en-US" b="0" i="1" dirty="0">
                <a:solidFill>
                  <a:srgbClr val="292929"/>
                </a:solidFill>
                <a:effectLst/>
                <a:highlight>
                  <a:srgbClr val="00FFFF"/>
                </a:highlight>
                <a:latin typeface="charter"/>
              </a:rPr>
              <a:t>Number of Leaf nodes = Number of Internal nodes + 1</a:t>
            </a:r>
            <a:r>
              <a:rPr lang="en-US" b="0" i="0" u="none" strike="noStrike" dirty="0">
                <a:solidFill>
                  <a:srgbClr val="444444"/>
                </a:solidFill>
                <a:effectLst/>
                <a:highlight>
                  <a:srgbClr val="00FFFF"/>
                </a:highlight>
                <a:latin typeface="proxima_novaregular"/>
              </a:rPr>
              <a:t>]</a:t>
            </a:r>
            <a:endParaRPr lang="en-US" b="0" i="0" dirty="0">
              <a:solidFill>
                <a:srgbClr val="000000"/>
              </a:solidFill>
              <a:effectLst/>
              <a:highlight>
                <a:srgbClr val="00FFFF"/>
              </a:highlight>
              <a:latin typeface="proxima_novaregular"/>
            </a:endParaRPr>
          </a:p>
          <a:p>
            <a:pPr marL="0" indent="0">
              <a:buNone/>
            </a:pPr>
            <a:r>
              <a:rPr lang="en-US" b="0" i="0" dirty="0">
                <a:solidFill>
                  <a:srgbClr val="000000"/>
                </a:solidFill>
                <a:effectLst/>
                <a:latin typeface="proxima_novaregular"/>
              </a:rPr>
              <a:t>every node except the external node has two children</a:t>
            </a:r>
            <a:endParaRPr lang="en-IN" dirty="0"/>
          </a:p>
        </p:txBody>
      </p:sp>
      <p:pic>
        <p:nvPicPr>
          <p:cNvPr id="4" name="Picture 3">
            <a:extLst>
              <a:ext uri="{FF2B5EF4-FFF2-40B4-BE49-F238E27FC236}">
                <a16:creationId xmlns:a16="http://schemas.microsoft.com/office/drawing/2014/main" id="{B3FE925D-1D6D-4014-B27A-C6DDF18B0676}"/>
              </a:ext>
            </a:extLst>
          </p:cNvPr>
          <p:cNvPicPr>
            <a:picLocks noChangeAspect="1"/>
          </p:cNvPicPr>
          <p:nvPr/>
        </p:nvPicPr>
        <p:blipFill>
          <a:blip r:embed="rId2"/>
          <a:stretch>
            <a:fillRect/>
          </a:stretch>
        </p:blipFill>
        <p:spPr>
          <a:xfrm>
            <a:off x="2435707" y="3583263"/>
            <a:ext cx="5133975" cy="2295525"/>
          </a:xfrm>
          <a:prstGeom prst="rect">
            <a:avLst/>
          </a:prstGeom>
        </p:spPr>
      </p:pic>
    </p:spTree>
    <p:extLst>
      <p:ext uri="{BB962C8B-B14F-4D97-AF65-F5344CB8AC3E}">
        <p14:creationId xmlns:p14="http://schemas.microsoft.com/office/powerpoint/2010/main" val="491163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C13E-7099-4E24-BDCB-1ACB5341553A}"/>
              </a:ext>
            </a:extLst>
          </p:cNvPr>
          <p:cNvSpPr>
            <a:spLocks noGrp="1"/>
          </p:cNvSpPr>
          <p:nvPr>
            <p:ph type="title"/>
          </p:nvPr>
        </p:nvSpPr>
        <p:spPr/>
        <p:txBody>
          <a:bodyPr/>
          <a:lstStyle/>
          <a:p>
            <a:r>
              <a:rPr lang="en-US" b="0" i="0" u="none" strike="noStrike" dirty="0">
                <a:solidFill>
                  <a:srgbClr val="444444"/>
                </a:solidFill>
                <a:effectLst/>
                <a:latin typeface="proxima_novaregular"/>
              </a:rPr>
              <a:t>Types of Binary Trees</a:t>
            </a:r>
            <a:br>
              <a:rPr lang="en-US" b="0" i="0" u="none" strike="noStrike" dirty="0">
                <a:solidFill>
                  <a:srgbClr val="444444"/>
                </a:solidFill>
                <a:effectLst/>
                <a:latin typeface="proxima_novaregular"/>
              </a:rPr>
            </a:br>
            <a:endParaRPr lang="en-IN" dirty="0"/>
          </a:p>
        </p:txBody>
      </p:sp>
      <p:sp>
        <p:nvSpPr>
          <p:cNvPr id="3" name="Content Placeholder 2">
            <a:extLst>
              <a:ext uri="{FF2B5EF4-FFF2-40B4-BE49-F238E27FC236}">
                <a16:creationId xmlns:a16="http://schemas.microsoft.com/office/drawing/2014/main" id="{0AFF1C91-4495-43AC-B49D-4E26B62E7F0B}"/>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444444"/>
                </a:solidFill>
                <a:effectLst/>
                <a:latin typeface="proxima_novaregular"/>
              </a:rPr>
              <a:t>1. Full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2. Complete Binary Tree</a:t>
            </a:r>
            <a:endParaRPr lang="en-US" b="0" i="0" dirty="0">
              <a:solidFill>
                <a:srgbClr val="303133"/>
              </a:solidFill>
              <a:effectLst/>
              <a:latin typeface="proxima_novaregular"/>
            </a:endParaRPr>
          </a:p>
          <a:p>
            <a:pPr marL="0" indent="0">
              <a:buNone/>
            </a:pPr>
            <a:r>
              <a:rPr lang="en-US" b="0" i="0" dirty="0">
                <a:solidFill>
                  <a:srgbClr val="000000"/>
                </a:solidFill>
                <a:effectLst/>
                <a:latin typeface="proxima_novaregular"/>
              </a:rPr>
              <a:t>all the tree levels are filled entirely with nodes, except the lowest level of the tree ( every node should possibly reside on the left side.)</a:t>
            </a:r>
          </a:p>
          <a:p>
            <a:pPr marL="0" indent="0">
              <a:buNone/>
            </a:pPr>
            <a:r>
              <a:rPr lang="en-US" dirty="0">
                <a:solidFill>
                  <a:srgbClr val="000000"/>
                </a:solidFill>
                <a:highlight>
                  <a:srgbClr val="00FFFF"/>
                </a:highlight>
                <a:latin typeface="proxima_novaregular"/>
              </a:rPr>
              <a:t>[</a:t>
            </a:r>
            <a:r>
              <a:rPr lang="en-US" b="0" i="1" dirty="0">
                <a:solidFill>
                  <a:srgbClr val="292929"/>
                </a:solidFill>
                <a:effectLst/>
                <a:highlight>
                  <a:srgbClr val="00FFFF"/>
                </a:highlight>
                <a:latin typeface="charter"/>
              </a:rPr>
              <a:t>Binary Heap is an important use case of Complete Binary tree.</a:t>
            </a:r>
            <a:r>
              <a:rPr lang="en-US" dirty="0">
                <a:solidFill>
                  <a:srgbClr val="000000"/>
                </a:solidFill>
                <a:highlight>
                  <a:srgbClr val="00FFFF"/>
                </a:highlight>
                <a:latin typeface="proxima_novaregular"/>
              </a:rPr>
              <a:t>]</a:t>
            </a:r>
            <a:endParaRPr lang="en-US" b="0" i="0" dirty="0">
              <a:solidFill>
                <a:srgbClr val="000000"/>
              </a:solidFill>
              <a:effectLst/>
              <a:highlight>
                <a:srgbClr val="00FFFF"/>
              </a:highlight>
              <a:latin typeface="proxima_novaregular"/>
            </a:endParaRPr>
          </a:p>
          <a:p>
            <a:pPr marL="0" indent="0">
              <a:buNone/>
            </a:pPr>
            <a:endParaRPr lang="en-IN" dirty="0"/>
          </a:p>
        </p:txBody>
      </p:sp>
      <p:pic>
        <p:nvPicPr>
          <p:cNvPr id="5" name="Picture 4">
            <a:extLst>
              <a:ext uri="{FF2B5EF4-FFF2-40B4-BE49-F238E27FC236}">
                <a16:creationId xmlns:a16="http://schemas.microsoft.com/office/drawing/2014/main" id="{2029CD59-AD48-429B-A095-1DD918FFC881}"/>
              </a:ext>
            </a:extLst>
          </p:cNvPr>
          <p:cNvPicPr>
            <a:picLocks noChangeAspect="1"/>
          </p:cNvPicPr>
          <p:nvPr/>
        </p:nvPicPr>
        <p:blipFill>
          <a:blip r:embed="rId2"/>
          <a:stretch>
            <a:fillRect/>
          </a:stretch>
        </p:blipFill>
        <p:spPr>
          <a:xfrm>
            <a:off x="2600325" y="4297984"/>
            <a:ext cx="6991350" cy="2371725"/>
          </a:xfrm>
          <a:prstGeom prst="rect">
            <a:avLst/>
          </a:prstGeom>
        </p:spPr>
      </p:pic>
    </p:spTree>
    <p:extLst>
      <p:ext uri="{BB962C8B-B14F-4D97-AF65-F5344CB8AC3E}">
        <p14:creationId xmlns:p14="http://schemas.microsoft.com/office/powerpoint/2010/main" val="479972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C13E-7099-4E24-BDCB-1ACB5341553A}"/>
              </a:ext>
            </a:extLst>
          </p:cNvPr>
          <p:cNvSpPr>
            <a:spLocks noGrp="1"/>
          </p:cNvSpPr>
          <p:nvPr>
            <p:ph type="title"/>
          </p:nvPr>
        </p:nvSpPr>
        <p:spPr/>
        <p:txBody>
          <a:bodyPr/>
          <a:lstStyle/>
          <a:p>
            <a:r>
              <a:rPr lang="en-US" b="0" i="0" u="none" strike="noStrike" dirty="0">
                <a:solidFill>
                  <a:srgbClr val="444444"/>
                </a:solidFill>
                <a:effectLst/>
                <a:latin typeface="proxima_novaregular"/>
              </a:rPr>
              <a:t>Types of Binary Trees</a:t>
            </a:r>
            <a:br>
              <a:rPr lang="en-US" b="0" i="0" u="none" strike="noStrike" dirty="0">
                <a:solidFill>
                  <a:srgbClr val="444444"/>
                </a:solidFill>
                <a:effectLst/>
                <a:latin typeface="proxima_novaregular"/>
              </a:rPr>
            </a:br>
            <a:endParaRPr lang="en-IN" dirty="0"/>
          </a:p>
        </p:txBody>
      </p:sp>
      <p:sp>
        <p:nvSpPr>
          <p:cNvPr id="3" name="Content Placeholder 2">
            <a:extLst>
              <a:ext uri="{FF2B5EF4-FFF2-40B4-BE49-F238E27FC236}">
                <a16:creationId xmlns:a16="http://schemas.microsoft.com/office/drawing/2014/main" id="{0AFF1C91-4495-43AC-B49D-4E26B62E7F0B}"/>
              </a:ext>
            </a:extLst>
          </p:cNvPr>
          <p:cNvSpPr>
            <a:spLocks noGrp="1"/>
          </p:cNvSpPr>
          <p:nvPr>
            <p:ph idx="1"/>
          </p:nvPr>
        </p:nvSpPr>
        <p:spPr>
          <a:xfrm>
            <a:off x="599661" y="1445349"/>
            <a:ext cx="10515600" cy="4351338"/>
          </a:xfrm>
        </p:spPr>
        <p:txBody>
          <a:bodyPr/>
          <a:lstStyle/>
          <a:p>
            <a:pPr algn="l">
              <a:buFont typeface="Arial" panose="020B0604020202020204" pitchFamily="34" charset="0"/>
              <a:buChar char="•"/>
            </a:pPr>
            <a:r>
              <a:rPr lang="en-US" b="0" i="0" u="none" strike="noStrike" dirty="0">
                <a:solidFill>
                  <a:srgbClr val="444444"/>
                </a:solidFill>
                <a:effectLst/>
                <a:latin typeface="proxima_novaregular"/>
              </a:rPr>
              <a:t>1. Full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2. Complete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3. Perfect Binary Tree</a:t>
            </a:r>
            <a:endParaRPr lang="en-US" b="0" i="0" dirty="0">
              <a:solidFill>
                <a:srgbClr val="303133"/>
              </a:solidFill>
              <a:effectLst/>
              <a:latin typeface="proxima_novaregular"/>
            </a:endParaRPr>
          </a:p>
          <a:p>
            <a:pPr marL="0" indent="0" algn="l">
              <a:buNone/>
            </a:pPr>
            <a:r>
              <a:rPr lang="en-US" b="0" i="0" dirty="0">
                <a:solidFill>
                  <a:srgbClr val="000000"/>
                </a:solidFill>
                <a:effectLst/>
                <a:latin typeface="proxima_novaregular"/>
              </a:rPr>
              <a:t>all the internal nodes have strictly two children, and every external or leaf node is at the same level or same depth within a tree. </a:t>
            </a:r>
          </a:p>
          <a:p>
            <a:pPr marL="0" indent="0" algn="l">
              <a:buNone/>
            </a:pPr>
            <a:r>
              <a:rPr lang="en-US" dirty="0">
                <a:solidFill>
                  <a:srgbClr val="000000"/>
                </a:solidFill>
                <a:highlight>
                  <a:srgbClr val="00FFFF"/>
                </a:highlight>
                <a:latin typeface="proxima_novaregular"/>
              </a:rPr>
              <a:t>[</a:t>
            </a:r>
            <a:r>
              <a:rPr lang="en-US" b="0" i="1" dirty="0">
                <a:solidFill>
                  <a:srgbClr val="292929"/>
                </a:solidFill>
                <a:effectLst/>
                <a:highlight>
                  <a:srgbClr val="00FFFF"/>
                </a:highlight>
                <a:latin typeface="charter"/>
              </a:rPr>
              <a:t>Total number of nodes in a Perfect Binary Tree with height </a:t>
            </a:r>
            <a:r>
              <a:rPr lang="en-US" b="1" i="1" dirty="0">
                <a:solidFill>
                  <a:srgbClr val="292929"/>
                </a:solidFill>
                <a:effectLst/>
                <a:highlight>
                  <a:srgbClr val="00FFFF"/>
                </a:highlight>
                <a:latin typeface="charter"/>
              </a:rPr>
              <a:t>H </a:t>
            </a:r>
            <a:r>
              <a:rPr lang="en-US" b="0" i="1" dirty="0">
                <a:solidFill>
                  <a:srgbClr val="292929"/>
                </a:solidFill>
                <a:effectLst/>
                <a:highlight>
                  <a:srgbClr val="00FFFF"/>
                </a:highlight>
                <a:latin typeface="charter"/>
              </a:rPr>
              <a:t>is </a:t>
            </a:r>
            <a:r>
              <a:rPr lang="en-US" b="1" i="1" dirty="0">
                <a:solidFill>
                  <a:srgbClr val="292929"/>
                </a:solidFill>
                <a:effectLst/>
                <a:highlight>
                  <a:srgbClr val="00FFFF"/>
                </a:highlight>
                <a:latin typeface="charter"/>
              </a:rPr>
              <a:t>2^H — 1</a:t>
            </a:r>
            <a:r>
              <a:rPr lang="en-US" b="0" i="1" dirty="0">
                <a:solidFill>
                  <a:srgbClr val="292929"/>
                </a:solidFill>
                <a:effectLst/>
                <a:highlight>
                  <a:srgbClr val="00FFFF"/>
                </a:highlight>
                <a:latin typeface="charter"/>
              </a:rPr>
              <a:t>.</a:t>
            </a:r>
            <a:r>
              <a:rPr lang="en-US" dirty="0">
                <a:solidFill>
                  <a:srgbClr val="000000"/>
                </a:solidFill>
                <a:highlight>
                  <a:srgbClr val="00FFFF"/>
                </a:highlight>
                <a:latin typeface="proxima_novaregular"/>
              </a:rPr>
              <a:t>]</a:t>
            </a:r>
            <a:endParaRPr lang="en-US" b="0" i="0" dirty="0">
              <a:solidFill>
                <a:srgbClr val="303133"/>
              </a:solidFill>
              <a:effectLst/>
              <a:highlight>
                <a:srgbClr val="00FFFF"/>
              </a:highlight>
              <a:latin typeface="proxima_novaregular"/>
            </a:endParaRPr>
          </a:p>
          <a:p>
            <a:pPr marL="0" indent="0">
              <a:buNone/>
            </a:pPr>
            <a:endParaRPr lang="en-IN" dirty="0"/>
          </a:p>
        </p:txBody>
      </p:sp>
      <p:pic>
        <p:nvPicPr>
          <p:cNvPr id="5" name="Picture 4">
            <a:extLst>
              <a:ext uri="{FF2B5EF4-FFF2-40B4-BE49-F238E27FC236}">
                <a16:creationId xmlns:a16="http://schemas.microsoft.com/office/drawing/2014/main" id="{029E43D5-3BBE-4C46-B2FE-FE13DED217D4}"/>
              </a:ext>
            </a:extLst>
          </p:cNvPr>
          <p:cNvPicPr>
            <a:picLocks noChangeAspect="1"/>
          </p:cNvPicPr>
          <p:nvPr/>
        </p:nvPicPr>
        <p:blipFill>
          <a:blip r:embed="rId2"/>
          <a:stretch>
            <a:fillRect/>
          </a:stretch>
        </p:blipFill>
        <p:spPr>
          <a:xfrm>
            <a:off x="2538412" y="4432644"/>
            <a:ext cx="6200775" cy="1590675"/>
          </a:xfrm>
          <a:prstGeom prst="rect">
            <a:avLst/>
          </a:prstGeom>
        </p:spPr>
      </p:pic>
    </p:spTree>
    <p:extLst>
      <p:ext uri="{BB962C8B-B14F-4D97-AF65-F5344CB8AC3E}">
        <p14:creationId xmlns:p14="http://schemas.microsoft.com/office/powerpoint/2010/main" val="1102293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C13E-7099-4E24-BDCB-1ACB5341553A}"/>
              </a:ext>
            </a:extLst>
          </p:cNvPr>
          <p:cNvSpPr>
            <a:spLocks noGrp="1"/>
          </p:cNvSpPr>
          <p:nvPr>
            <p:ph type="title"/>
          </p:nvPr>
        </p:nvSpPr>
        <p:spPr/>
        <p:txBody>
          <a:bodyPr/>
          <a:lstStyle/>
          <a:p>
            <a:r>
              <a:rPr lang="en-US" b="0" i="0" u="none" strike="noStrike" dirty="0">
                <a:solidFill>
                  <a:srgbClr val="444444"/>
                </a:solidFill>
                <a:effectLst/>
                <a:latin typeface="proxima_novaregular"/>
              </a:rPr>
              <a:t>Types of Binary Trees</a:t>
            </a:r>
            <a:br>
              <a:rPr lang="en-US" b="0" i="0" u="none" strike="noStrike" dirty="0">
                <a:solidFill>
                  <a:srgbClr val="444444"/>
                </a:solidFill>
                <a:effectLst/>
                <a:latin typeface="proxima_novaregular"/>
              </a:rPr>
            </a:br>
            <a:endParaRPr lang="en-IN" dirty="0"/>
          </a:p>
        </p:txBody>
      </p:sp>
      <p:sp>
        <p:nvSpPr>
          <p:cNvPr id="3" name="Content Placeholder 2">
            <a:extLst>
              <a:ext uri="{FF2B5EF4-FFF2-40B4-BE49-F238E27FC236}">
                <a16:creationId xmlns:a16="http://schemas.microsoft.com/office/drawing/2014/main" id="{0AFF1C91-4495-43AC-B49D-4E26B62E7F0B}"/>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444444"/>
                </a:solidFill>
                <a:effectLst/>
                <a:latin typeface="proxima_novaregular"/>
              </a:rPr>
              <a:t>1. Full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2. Complete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3. Perfect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4. Balanced Binary Tree</a:t>
            </a:r>
            <a:endParaRPr lang="en-US" b="0" i="0" dirty="0">
              <a:solidFill>
                <a:srgbClr val="303133"/>
              </a:solidFill>
              <a:effectLst/>
              <a:latin typeface="proxima_novaregular"/>
            </a:endParaRPr>
          </a:p>
          <a:p>
            <a:pPr marL="0" indent="0" algn="l">
              <a:buNone/>
            </a:pPr>
            <a:r>
              <a:rPr lang="en-US" b="0" i="0" dirty="0">
                <a:solidFill>
                  <a:srgbClr val="000000"/>
                </a:solidFill>
                <a:effectLst/>
                <a:latin typeface="proxima_novaregular"/>
              </a:rPr>
              <a:t>In a balanced binary tree, the height of the left and the right subtrees of each node should vary by at most one. </a:t>
            </a:r>
          </a:p>
          <a:p>
            <a:pPr marL="0" indent="0" algn="l">
              <a:buNone/>
            </a:pPr>
            <a:r>
              <a:rPr lang="en-US" b="0" i="0" dirty="0">
                <a:solidFill>
                  <a:srgbClr val="000000"/>
                </a:solidFill>
                <a:effectLst/>
                <a:highlight>
                  <a:srgbClr val="00FFFF"/>
                </a:highlight>
                <a:latin typeface="proxima_novaregular"/>
              </a:rPr>
              <a:t>[</a:t>
            </a:r>
            <a:r>
              <a:rPr lang="en-US" b="0" i="1" dirty="0">
                <a:solidFill>
                  <a:srgbClr val="292929"/>
                </a:solidFill>
                <a:effectLst/>
                <a:highlight>
                  <a:srgbClr val="00FFFF"/>
                </a:highlight>
                <a:latin typeface="charter"/>
              </a:rPr>
              <a:t>AVL Tree and Red-Black Tree are well-known data structure to generate/maintain Balanced Binary Search Tree. Search, insert and delete operations cost O(log n) time in that.</a:t>
            </a:r>
            <a:r>
              <a:rPr lang="en-US" b="0" i="0" dirty="0">
                <a:solidFill>
                  <a:srgbClr val="000000"/>
                </a:solidFill>
                <a:effectLst/>
                <a:highlight>
                  <a:srgbClr val="00FFFF"/>
                </a:highlight>
                <a:latin typeface="proxima_novaregular"/>
              </a:rPr>
              <a:t>]</a:t>
            </a:r>
            <a:endParaRPr lang="en-US" b="0" i="0" dirty="0">
              <a:solidFill>
                <a:srgbClr val="303133"/>
              </a:solidFill>
              <a:effectLst/>
              <a:highlight>
                <a:srgbClr val="00FFFF"/>
              </a:highlight>
              <a:latin typeface="proxima_novaregular"/>
            </a:endParaRPr>
          </a:p>
          <a:p>
            <a:pPr marL="0" indent="0">
              <a:buNone/>
            </a:pPr>
            <a:endParaRPr lang="en-IN" dirty="0"/>
          </a:p>
        </p:txBody>
      </p:sp>
      <p:pic>
        <p:nvPicPr>
          <p:cNvPr id="5" name="Picture 4">
            <a:extLst>
              <a:ext uri="{FF2B5EF4-FFF2-40B4-BE49-F238E27FC236}">
                <a16:creationId xmlns:a16="http://schemas.microsoft.com/office/drawing/2014/main" id="{699F5F73-A9BF-4F57-95EA-3315E77E440E}"/>
              </a:ext>
            </a:extLst>
          </p:cNvPr>
          <p:cNvPicPr>
            <a:picLocks noChangeAspect="1"/>
          </p:cNvPicPr>
          <p:nvPr/>
        </p:nvPicPr>
        <p:blipFill>
          <a:blip r:embed="rId2"/>
          <a:stretch>
            <a:fillRect/>
          </a:stretch>
        </p:blipFill>
        <p:spPr>
          <a:xfrm>
            <a:off x="6377195" y="1164327"/>
            <a:ext cx="3790950" cy="1666875"/>
          </a:xfrm>
          <a:prstGeom prst="rect">
            <a:avLst/>
          </a:prstGeom>
        </p:spPr>
      </p:pic>
    </p:spTree>
    <p:extLst>
      <p:ext uri="{BB962C8B-B14F-4D97-AF65-F5344CB8AC3E}">
        <p14:creationId xmlns:p14="http://schemas.microsoft.com/office/powerpoint/2010/main" val="1815877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C13E-7099-4E24-BDCB-1ACB5341553A}"/>
              </a:ext>
            </a:extLst>
          </p:cNvPr>
          <p:cNvSpPr>
            <a:spLocks noGrp="1"/>
          </p:cNvSpPr>
          <p:nvPr>
            <p:ph type="title"/>
          </p:nvPr>
        </p:nvSpPr>
        <p:spPr/>
        <p:txBody>
          <a:bodyPr/>
          <a:lstStyle/>
          <a:p>
            <a:r>
              <a:rPr lang="en-US" b="0" i="0" u="none" strike="noStrike" dirty="0">
                <a:solidFill>
                  <a:srgbClr val="444444"/>
                </a:solidFill>
                <a:effectLst/>
                <a:latin typeface="proxima_novaregular"/>
              </a:rPr>
              <a:t>Types of Binary Trees</a:t>
            </a:r>
            <a:br>
              <a:rPr lang="en-US" b="0" i="0" u="none" strike="noStrike" dirty="0">
                <a:solidFill>
                  <a:srgbClr val="444444"/>
                </a:solidFill>
                <a:effectLst/>
                <a:latin typeface="proxima_novaregular"/>
              </a:rPr>
            </a:br>
            <a:endParaRPr lang="en-IN" dirty="0"/>
          </a:p>
        </p:txBody>
      </p:sp>
      <p:sp>
        <p:nvSpPr>
          <p:cNvPr id="3" name="Content Placeholder 2">
            <a:extLst>
              <a:ext uri="{FF2B5EF4-FFF2-40B4-BE49-F238E27FC236}">
                <a16:creationId xmlns:a16="http://schemas.microsoft.com/office/drawing/2014/main" id="{0AFF1C91-4495-43AC-B49D-4E26B62E7F0B}"/>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444444"/>
                </a:solidFill>
                <a:effectLst/>
                <a:latin typeface="proxima_novaregular"/>
              </a:rPr>
              <a:t>1. Full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2. Complete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3. Perfect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4. Balanced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5. Degenerate Binary Tree </a:t>
            </a:r>
          </a:p>
          <a:p>
            <a:pPr algn="l">
              <a:buFont typeface="Arial" panose="020B0604020202020204" pitchFamily="34" charset="0"/>
              <a:buChar char="•"/>
            </a:pPr>
            <a:r>
              <a:rPr lang="en-US" b="0" i="0" dirty="0">
                <a:solidFill>
                  <a:srgbClr val="000000"/>
                </a:solidFill>
                <a:effectLst/>
                <a:latin typeface="proxima_novaregular"/>
              </a:rPr>
              <a:t>A binary tree is said to be a degenerate binary tree or pathological binary tree if every internal node has only a single child.</a:t>
            </a:r>
          </a:p>
          <a:p>
            <a:pPr algn="l">
              <a:buFont typeface="Arial" panose="020B0604020202020204" pitchFamily="34" charset="0"/>
              <a:buChar char="•"/>
            </a:pPr>
            <a:r>
              <a:rPr lang="en-US" dirty="0">
                <a:solidFill>
                  <a:srgbClr val="000000"/>
                </a:solidFill>
                <a:highlight>
                  <a:srgbClr val="00FFFF"/>
                </a:highlight>
                <a:latin typeface="proxima_novaregular"/>
              </a:rPr>
              <a:t> [</a:t>
            </a:r>
            <a:r>
              <a:rPr lang="en-US" b="0" i="1" dirty="0">
                <a:solidFill>
                  <a:srgbClr val="292929"/>
                </a:solidFill>
                <a:effectLst/>
                <a:highlight>
                  <a:srgbClr val="00FFFF"/>
                </a:highlight>
                <a:latin typeface="charter"/>
              </a:rPr>
              <a:t>Height of a Degenerate Binary Tree is equal to Total number of nodes in that tree.</a:t>
            </a:r>
            <a:r>
              <a:rPr lang="en-US" dirty="0">
                <a:solidFill>
                  <a:srgbClr val="000000"/>
                </a:solidFill>
                <a:highlight>
                  <a:srgbClr val="00FFFF"/>
                </a:highlight>
                <a:latin typeface="proxima_novaregular"/>
              </a:rPr>
              <a:t>]</a:t>
            </a:r>
            <a:endParaRPr lang="en-IN" dirty="0">
              <a:highlight>
                <a:srgbClr val="00FFFF"/>
              </a:highlight>
            </a:endParaRPr>
          </a:p>
        </p:txBody>
      </p:sp>
      <p:pic>
        <p:nvPicPr>
          <p:cNvPr id="5" name="Picture 4">
            <a:extLst>
              <a:ext uri="{FF2B5EF4-FFF2-40B4-BE49-F238E27FC236}">
                <a16:creationId xmlns:a16="http://schemas.microsoft.com/office/drawing/2014/main" id="{B924FB00-D4C7-4F18-9C38-AC80D3F13F73}"/>
              </a:ext>
            </a:extLst>
          </p:cNvPr>
          <p:cNvPicPr>
            <a:picLocks noChangeAspect="1"/>
          </p:cNvPicPr>
          <p:nvPr/>
        </p:nvPicPr>
        <p:blipFill>
          <a:blip r:embed="rId2"/>
          <a:stretch>
            <a:fillRect/>
          </a:stretch>
        </p:blipFill>
        <p:spPr>
          <a:xfrm>
            <a:off x="7720012" y="1825625"/>
            <a:ext cx="2695575" cy="1943100"/>
          </a:xfrm>
          <a:prstGeom prst="rect">
            <a:avLst/>
          </a:prstGeom>
        </p:spPr>
      </p:pic>
    </p:spTree>
    <p:extLst>
      <p:ext uri="{BB962C8B-B14F-4D97-AF65-F5344CB8AC3E}">
        <p14:creationId xmlns:p14="http://schemas.microsoft.com/office/powerpoint/2010/main" val="2846965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C13E-7099-4E24-BDCB-1ACB5341553A}"/>
              </a:ext>
            </a:extLst>
          </p:cNvPr>
          <p:cNvSpPr>
            <a:spLocks noGrp="1"/>
          </p:cNvSpPr>
          <p:nvPr>
            <p:ph type="title"/>
          </p:nvPr>
        </p:nvSpPr>
        <p:spPr/>
        <p:txBody>
          <a:bodyPr/>
          <a:lstStyle/>
          <a:p>
            <a:r>
              <a:rPr lang="en-US" b="0" i="0" u="none" strike="noStrike" dirty="0">
                <a:solidFill>
                  <a:srgbClr val="444444"/>
                </a:solidFill>
                <a:effectLst/>
                <a:latin typeface="proxima_novaregular"/>
              </a:rPr>
              <a:t>Types of Binary Trees</a:t>
            </a:r>
            <a:br>
              <a:rPr lang="en-US" b="0" i="0" u="none" strike="noStrike" dirty="0">
                <a:solidFill>
                  <a:srgbClr val="444444"/>
                </a:solidFill>
                <a:effectLst/>
                <a:latin typeface="proxima_novaregular"/>
              </a:rPr>
            </a:br>
            <a:endParaRPr lang="en-IN" dirty="0"/>
          </a:p>
        </p:txBody>
      </p:sp>
      <p:sp>
        <p:nvSpPr>
          <p:cNvPr id="3" name="Content Placeholder 2">
            <a:extLst>
              <a:ext uri="{FF2B5EF4-FFF2-40B4-BE49-F238E27FC236}">
                <a16:creationId xmlns:a16="http://schemas.microsoft.com/office/drawing/2014/main" id="{0AFF1C91-4495-43AC-B49D-4E26B62E7F0B}"/>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444444"/>
                </a:solidFill>
                <a:effectLst/>
                <a:latin typeface="proxima_novaregular"/>
              </a:rPr>
              <a:t>1. Full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2. Complete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3. Perfect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4. Balanced Binary Tree</a:t>
            </a:r>
            <a:endParaRPr lang="en-US" b="0" i="0" dirty="0">
              <a:solidFill>
                <a:srgbClr val="303133"/>
              </a:solidFill>
              <a:effectLst/>
              <a:latin typeface="proxima_novaregular"/>
            </a:endParaRPr>
          </a:p>
          <a:p>
            <a:pPr algn="l">
              <a:buFont typeface="Arial" panose="020B0604020202020204" pitchFamily="34" charset="0"/>
              <a:buChar char="•"/>
            </a:pPr>
            <a:r>
              <a:rPr lang="en-US" b="0" i="0" u="none" strike="noStrike" dirty="0">
                <a:solidFill>
                  <a:srgbClr val="444444"/>
                </a:solidFill>
                <a:effectLst/>
                <a:latin typeface="proxima_novaregular"/>
              </a:rPr>
              <a:t>5. Degenerate Binary Tree </a:t>
            </a:r>
          </a:p>
          <a:p>
            <a:pPr marL="0" indent="0">
              <a:buNone/>
            </a:pPr>
            <a:endParaRPr lang="en-IN" dirty="0"/>
          </a:p>
        </p:txBody>
      </p:sp>
      <p:pic>
        <p:nvPicPr>
          <p:cNvPr id="5" name="Picture 4">
            <a:extLst>
              <a:ext uri="{FF2B5EF4-FFF2-40B4-BE49-F238E27FC236}">
                <a16:creationId xmlns:a16="http://schemas.microsoft.com/office/drawing/2014/main" id="{B16E022C-43D2-40BA-8150-C4805141191D}"/>
              </a:ext>
            </a:extLst>
          </p:cNvPr>
          <p:cNvPicPr>
            <a:picLocks noChangeAspect="1"/>
          </p:cNvPicPr>
          <p:nvPr/>
        </p:nvPicPr>
        <p:blipFill>
          <a:blip r:embed="rId2"/>
          <a:stretch>
            <a:fillRect/>
          </a:stretch>
        </p:blipFill>
        <p:spPr>
          <a:xfrm>
            <a:off x="5841102" y="921026"/>
            <a:ext cx="4962525" cy="3505200"/>
          </a:xfrm>
          <a:prstGeom prst="rect">
            <a:avLst/>
          </a:prstGeom>
        </p:spPr>
      </p:pic>
    </p:spTree>
    <p:extLst>
      <p:ext uri="{BB962C8B-B14F-4D97-AF65-F5344CB8AC3E}">
        <p14:creationId xmlns:p14="http://schemas.microsoft.com/office/powerpoint/2010/main" val="1916733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BD3B6-AE52-4F2B-A75B-FD02B713D414}"/>
              </a:ext>
            </a:extLst>
          </p:cNvPr>
          <p:cNvSpPr>
            <a:spLocks noGrp="1"/>
          </p:cNvSpPr>
          <p:nvPr>
            <p:ph type="title"/>
          </p:nvPr>
        </p:nvSpPr>
        <p:spPr>
          <a:xfrm>
            <a:off x="619539" y="1060864"/>
            <a:ext cx="10515600" cy="1325563"/>
          </a:xfrm>
        </p:spPr>
        <p:txBody>
          <a:bodyPr/>
          <a:lstStyle/>
          <a:p>
            <a:r>
              <a:rPr lang="en-US" dirty="0">
                <a:solidFill>
                  <a:schemeClr val="bg1"/>
                </a:solidFill>
              </a:rPr>
              <a:t>full</a:t>
            </a:r>
            <a:endParaRPr lang="en-IN" dirty="0">
              <a:solidFill>
                <a:schemeClr val="bg1"/>
              </a:solidFill>
            </a:endParaRPr>
          </a:p>
        </p:txBody>
      </p:sp>
      <p:pic>
        <p:nvPicPr>
          <p:cNvPr id="5" name="Content Placeholder 4">
            <a:extLst>
              <a:ext uri="{FF2B5EF4-FFF2-40B4-BE49-F238E27FC236}">
                <a16:creationId xmlns:a16="http://schemas.microsoft.com/office/drawing/2014/main" id="{A9F23912-16E8-4143-943C-037407FABC7D}"/>
              </a:ext>
            </a:extLst>
          </p:cNvPr>
          <p:cNvPicPr>
            <a:picLocks noGrp="1" noChangeAspect="1"/>
          </p:cNvPicPr>
          <p:nvPr>
            <p:ph idx="1"/>
          </p:nvPr>
        </p:nvPicPr>
        <p:blipFill>
          <a:blip r:embed="rId2"/>
          <a:stretch>
            <a:fillRect/>
          </a:stretch>
        </p:blipFill>
        <p:spPr>
          <a:xfrm>
            <a:off x="3575520" y="1825625"/>
            <a:ext cx="5040960" cy="4351338"/>
          </a:xfrm>
        </p:spPr>
      </p:pic>
    </p:spTree>
    <p:extLst>
      <p:ext uri="{BB962C8B-B14F-4D97-AF65-F5344CB8AC3E}">
        <p14:creationId xmlns:p14="http://schemas.microsoft.com/office/powerpoint/2010/main" val="1880119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648C-9CAA-4B84-9E50-E22CC9304E8D}"/>
              </a:ext>
            </a:extLst>
          </p:cNvPr>
          <p:cNvSpPr>
            <a:spLocks noGrp="1"/>
          </p:cNvSpPr>
          <p:nvPr>
            <p:ph type="title"/>
          </p:nvPr>
        </p:nvSpPr>
        <p:spPr/>
        <p:txBody>
          <a:bodyPr/>
          <a:lstStyle/>
          <a:p>
            <a:r>
              <a:rPr lang="en-US" dirty="0">
                <a:solidFill>
                  <a:schemeClr val="bg1"/>
                </a:solidFill>
              </a:rPr>
              <a:t>balanced</a:t>
            </a:r>
            <a:endParaRPr lang="en-IN" dirty="0">
              <a:solidFill>
                <a:schemeClr val="bg1"/>
              </a:solidFill>
            </a:endParaRPr>
          </a:p>
        </p:txBody>
      </p:sp>
      <p:pic>
        <p:nvPicPr>
          <p:cNvPr id="5" name="Content Placeholder 4">
            <a:extLst>
              <a:ext uri="{FF2B5EF4-FFF2-40B4-BE49-F238E27FC236}">
                <a16:creationId xmlns:a16="http://schemas.microsoft.com/office/drawing/2014/main" id="{EAD0ADE1-C8E0-44F5-BB94-5BBF6250F695}"/>
              </a:ext>
            </a:extLst>
          </p:cNvPr>
          <p:cNvPicPr>
            <a:picLocks noGrp="1" noChangeAspect="1"/>
          </p:cNvPicPr>
          <p:nvPr>
            <p:ph idx="1"/>
          </p:nvPr>
        </p:nvPicPr>
        <p:blipFill>
          <a:blip r:embed="rId2"/>
          <a:stretch>
            <a:fillRect/>
          </a:stretch>
        </p:blipFill>
        <p:spPr>
          <a:xfrm>
            <a:off x="3706178" y="1825625"/>
            <a:ext cx="4779643" cy="4351338"/>
          </a:xfrm>
        </p:spPr>
      </p:pic>
    </p:spTree>
    <p:extLst>
      <p:ext uri="{BB962C8B-B14F-4D97-AF65-F5344CB8AC3E}">
        <p14:creationId xmlns:p14="http://schemas.microsoft.com/office/powerpoint/2010/main" val="162579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37FA2-AE38-49AB-A39B-9D11FDBA963D}"/>
              </a:ext>
            </a:extLst>
          </p:cNvPr>
          <p:cNvSpPr>
            <a:spLocks noGrp="1"/>
          </p:cNvSpPr>
          <p:nvPr>
            <p:ph type="title"/>
          </p:nvPr>
        </p:nvSpPr>
        <p:spPr/>
        <p:txBody>
          <a:bodyPr/>
          <a:lstStyle/>
          <a:p>
            <a:r>
              <a:rPr lang="en-US" dirty="0">
                <a:solidFill>
                  <a:schemeClr val="bg1"/>
                </a:solidFill>
              </a:rPr>
              <a:t>perfect</a:t>
            </a:r>
            <a:endParaRPr lang="en-IN" dirty="0">
              <a:solidFill>
                <a:schemeClr val="bg1"/>
              </a:solidFill>
            </a:endParaRPr>
          </a:p>
        </p:txBody>
      </p:sp>
      <p:pic>
        <p:nvPicPr>
          <p:cNvPr id="5" name="Content Placeholder 4">
            <a:extLst>
              <a:ext uri="{FF2B5EF4-FFF2-40B4-BE49-F238E27FC236}">
                <a16:creationId xmlns:a16="http://schemas.microsoft.com/office/drawing/2014/main" id="{B3CB5C77-D580-4AB6-8DE1-560371DD1C68}"/>
              </a:ext>
            </a:extLst>
          </p:cNvPr>
          <p:cNvPicPr>
            <a:picLocks noGrp="1" noChangeAspect="1"/>
          </p:cNvPicPr>
          <p:nvPr>
            <p:ph idx="1"/>
          </p:nvPr>
        </p:nvPicPr>
        <p:blipFill>
          <a:blip r:embed="rId2"/>
          <a:stretch>
            <a:fillRect/>
          </a:stretch>
        </p:blipFill>
        <p:spPr>
          <a:xfrm>
            <a:off x="4290509" y="1825625"/>
            <a:ext cx="3610981" cy="4351338"/>
          </a:xfrm>
        </p:spPr>
      </p:pic>
    </p:spTree>
    <p:extLst>
      <p:ext uri="{BB962C8B-B14F-4D97-AF65-F5344CB8AC3E}">
        <p14:creationId xmlns:p14="http://schemas.microsoft.com/office/powerpoint/2010/main" val="813795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1E4E3-DACA-42BB-90F9-FA28FE5B6F07}"/>
              </a:ext>
            </a:extLst>
          </p:cNvPr>
          <p:cNvSpPr>
            <a:spLocks noGrp="1"/>
          </p:cNvSpPr>
          <p:nvPr>
            <p:ph type="title"/>
          </p:nvPr>
        </p:nvSpPr>
        <p:spPr/>
        <p:txBody>
          <a:bodyPr/>
          <a:lstStyle/>
          <a:p>
            <a:r>
              <a:rPr lang="en-US" dirty="0">
                <a:solidFill>
                  <a:schemeClr val="bg1"/>
                </a:solidFill>
              </a:rPr>
              <a:t>degenerate</a:t>
            </a:r>
            <a:endParaRPr lang="en-IN" dirty="0">
              <a:solidFill>
                <a:schemeClr val="bg1"/>
              </a:solidFill>
            </a:endParaRPr>
          </a:p>
        </p:txBody>
      </p:sp>
      <p:pic>
        <p:nvPicPr>
          <p:cNvPr id="5" name="Content Placeholder 4">
            <a:extLst>
              <a:ext uri="{FF2B5EF4-FFF2-40B4-BE49-F238E27FC236}">
                <a16:creationId xmlns:a16="http://schemas.microsoft.com/office/drawing/2014/main" id="{E662F79D-29F2-4491-BF15-82E1BF8F161E}"/>
              </a:ext>
            </a:extLst>
          </p:cNvPr>
          <p:cNvPicPr>
            <a:picLocks noGrp="1" noChangeAspect="1"/>
          </p:cNvPicPr>
          <p:nvPr>
            <p:ph idx="1"/>
          </p:nvPr>
        </p:nvPicPr>
        <p:blipFill>
          <a:blip r:embed="rId2"/>
          <a:stretch>
            <a:fillRect/>
          </a:stretch>
        </p:blipFill>
        <p:spPr>
          <a:xfrm>
            <a:off x="3600380" y="1825625"/>
            <a:ext cx="4991240" cy="4351338"/>
          </a:xfrm>
        </p:spPr>
      </p:pic>
    </p:spTree>
    <p:extLst>
      <p:ext uri="{BB962C8B-B14F-4D97-AF65-F5344CB8AC3E}">
        <p14:creationId xmlns:p14="http://schemas.microsoft.com/office/powerpoint/2010/main" val="444936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B5CA4-4A24-4641-B304-C63AFDFE6C7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257AFF9-52EE-4704-9BA4-E770EAD4282F}"/>
              </a:ext>
            </a:extLst>
          </p:cNvPr>
          <p:cNvPicPr>
            <a:picLocks noGrp="1" noChangeAspect="1"/>
          </p:cNvPicPr>
          <p:nvPr>
            <p:ph idx="1"/>
          </p:nvPr>
        </p:nvPicPr>
        <p:blipFill>
          <a:blip r:embed="rId2"/>
          <a:stretch>
            <a:fillRect/>
          </a:stretch>
        </p:blipFill>
        <p:spPr>
          <a:xfrm>
            <a:off x="838200" y="365125"/>
            <a:ext cx="9995452" cy="6127750"/>
          </a:xfrm>
        </p:spPr>
      </p:pic>
    </p:spTree>
    <p:extLst>
      <p:ext uri="{BB962C8B-B14F-4D97-AF65-F5344CB8AC3E}">
        <p14:creationId xmlns:p14="http://schemas.microsoft.com/office/powerpoint/2010/main" val="3731624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BF9-26ED-4DCF-9912-E3A74E5483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3404BF-0A17-43D0-884A-C11A5A89B9C2}"/>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1A8A9438-96F5-443C-AE13-B9686A9AB26E}"/>
              </a:ext>
            </a:extLst>
          </p:cNvPr>
          <p:cNvSpPr/>
          <p:nvPr/>
        </p:nvSpPr>
        <p:spPr>
          <a:xfrm>
            <a:off x="4253948" y="2221603"/>
            <a:ext cx="1451113" cy="5267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endParaRPr lang="en-IN" dirty="0"/>
          </a:p>
        </p:txBody>
      </p:sp>
      <p:cxnSp>
        <p:nvCxnSpPr>
          <p:cNvPr id="6" name="Straight Arrow Connector 5">
            <a:extLst>
              <a:ext uri="{FF2B5EF4-FFF2-40B4-BE49-F238E27FC236}">
                <a16:creationId xmlns:a16="http://schemas.microsoft.com/office/drawing/2014/main" id="{5E1A43B6-2CE5-4B8B-B616-3CD4087E1389}"/>
              </a:ext>
            </a:extLst>
          </p:cNvPr>
          <p:cNvCxnSpPr/>
          <p:nvPr/>
        </p:nvCxnSpPr>
        <p:spPr>
          <a:xfrm flipH="1">
            <a:off x="3538330" y="2753139"/>
            <a:ext cx="715618" cy="1232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333AFFB-9695-4568-B5FE-C1400E041B92}"/>
              </a:ext>
            </a:extLst>
          </p:cNvPr>
          <p:cNvCxnSpPr>
            <a:cxnSpLocks/>
          </p:cNvCxnSpPr>
          <p:nvPr/>
        </p:nvCxnSpPr>
        <p:spPr>
          <a:xfrm>
            <a:off x="5705061" y="2753139"/>
            <a:ext cx="715618" cy="1351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83AEBD1-3157-4723-9F5F-801E72A510D3}"/>
              </a:ext>
            </a:extLst>
          </p:cNvPr>
          <p:cNvSpPr/>
          <p:nvPr/>
        </p:nvSpPr>
        <p:spPr>
          <a:xfrm>
            <a:off x="2951922" y="4104862"/>
            <a:ext cx="1620078" cy="5267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12" name="Rectangle 11">
            <a:extLst>
              <a:ext uri="{FF2B5EF4-FFF2-40B4-BE49-F238E27FC236}">
                <a16:creationId xmlns:a16="http://schemas.microsoft.com/office/drawing/2014/main" id="{39D78433-A383-4878-A0EC-6A56BB1F5C86}"/>
              </a:ext>
            </a:extLst>
          </p:cNvPr>
          <p:cNvSpPr/>
          <p:nvPr/>
        </p:nvSpPr>
        <p:spPr>
          <a:xfrm>
            <a:off x="5705061" y="4104862"/>
            <a:ext cx="1729409" cy="7156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23</a:t>
            </a:r>
            <a:endParaRPr lang="en-IN" dirty="0"/>
          </a:p>
        </p:txBody>
      </p:sp>
    </p:spTree>
    <p:extLst>
      <p:ext uri="{BB962C8B-B14F-4D97-AF65-F5344CB8AC3E}">
        <p14:creationId xmlns:p14="http://schemas.microsoft.com/office/powerpoint/2010/main" val="253422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BF9-26ED-4DCF-9912-E3A74E5483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3404BF-0A17-43D0-884A-C11A5A89B9C2}"/>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1A8A9438-96F5-443C-AE13-B9686A9AB26E}"/>
              </a:ext>
            </a:extLst>
          </p:cNvPr>
          <p:cNvSpPr/>
          <p:nvPr/>
        </p:nvSpPr>
        <p:spPr>
          <a:xfrm>
            <a:off x="4253948" y="2053845"/>
            <a:ext cx="1451113" cy="5267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10, 12, 17</a:t>
            </a:r>
            <a:endParaRPr lang="en-IN" dirty="0"/>
          </a:p>
        </p:txBody>
      </p:sp>
      <p:cxnSp>
        <p:nvCxnSpPr>
          <p:cNvPr id="6" name="Straight Arrow Connector 5">
            <a:extLst>
              <a:ext uri="{FF2B5EF4-FFF2-40B4-BE49-F238E27FC236}">
                <a16:creationId xmlns:a16="http://schemas.microsoft.com/office/drawing/2014/main" id="{5E1A43B6-2CE5-4B8B-B616-3CD4087E1389}"/>
              </a:ext>
            </a:extLst>
          </p:cNvPr>
          <p:cNvCxnSpPr/>
          <p:nvPr/>
        </p:nvCxnSpPr>
        <p:spPr>
          <a:xfrm flipH="1">
            <a:off x="3538330" y="2753139"/>
            <a:ext cx="715618" cy="1232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333AFFB-9695-4568-B5FE-C1400E041B92}"/>
              </a:ext>
            </a:extLst>
          </p:cNvPr>
          <p:cNvCxnSpPr>
            <a:cxnSpLocks/>
          </p:cNvCxnSpPr>
          <p:nvPr/>
        </p:nvCxnSpPr>
        <p:spPr>
          <a:xfrm>
            <a:off x="5705061" y="2753139"/>
            <a:ext cx="715618" cy="1351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83AEBD1-3157-4723-9F5F-801E72A510D3}"/>
              </a:ext>
            </a:extLst>
          </p:cNvPr>
          <p:cNvSpPr/>
          <p:nvPr/>
        </p:nvSpPr>
        <p:spPr>
          <a:xfrm>
            <a:off x="2951922" y="4104862"/>
            <a:ext cx="1620078" cy="5267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12" name="Rectangle 11">
            <a:extLst>
              <a:ext uri="{FF2B5EF4-FFF2-40B4-BE49-F238E27FC236}">
                <a16:creationId xmlns:a16="http://schemas.microsoft.com/office/drawing/2014/main" id="{39D78433-A383-4878-A0EC-6A56BB1F5C86}"/>
              </a:ext>
            </a:extLst>
          </p:cNvPr>
          <p:cNvSpPr/>
          <p:nvPr/>
        </p:nvSpPr>
        <p:spPr>
          <a:xfrm>
            <a:off x="5705061" y="4104862"/>
            <a:ext cx="1729409" cy="7156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23</a:t>
            </a:r>
            <a:endParaRPr lang="en-IN" dirty="0"/>
          </a:p>
        </p:txBody>
      </p:sp>
    </p:spTree>
    <p:extLst>
      <p:ext uri="{BB962C8B-B14F-4D97-AF65-F5344CB8AC3E}">
        <p14:creationId xmlns:p14="http://schemas.microsoft.com/office/powerpoint/2010/main" val="3044098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BF9-26ED-4DCF-9912-E3A74E5483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3404BF-0A17-43D0-884A-C11A5A89B9C2}"/>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1A8A9438-96F5-443C-AE13-B9686A9AB26E}"/>
              </a:ext>
            </a:extLst>
          </p:cNvPr>
          <p:cNvSpPr/>
          <p:nvPr/>
        </p:nvSpPr>
        <p:spPr>
          <a:xfrm>
            <a:off x="4253948" y="2053845"/>
            <a:ext cx="1451113" cy="5267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10, 13, 17</a:t>
            </a:r>
            <a:endParaRPr lang="en-IN" dirty="0"/>
          </a:p>
        </p:txBody>
      </p:sp>
      <p:cxnSp>
        <p:nvCxnSpPr>
          <p:cNvPr id="6" name="Straight Arrow Connector 5">
            <a:extLst>
              <a:ext uri="{FF2B5EF4-FFF2-40B4-BE49-F238E27FC236}">
                <a16:creationId xmlns:a16="http://schemas.microsoft.com/office/drawing/2014/main" id="{5E1A43B6-2CE5-4B8B-B616-3CD4087E1389}"/>
              </a:ext>
            </a:extLst>
          </p:cNvPr>
          <p:cNvCxnSpPr/>
          <p:nvPr/>
        </p:nvCxnSpPr>
        <p:spPr>
          <a:xfrm flipH="1">
            <a:off x="3538330" y="2753139"/>
            <a:ext cx="715618" cy="1232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333AFFB-9695-4568-B5FE-C1400E041B92}"/>
              </a:ext>
            </a:extLst>
          </p:cNvPr>
          <p:cNvCxnSpPr>
            <a:cxnSpLocks/>
          </p:cNvCxnSpPr>
          <p:nvPr/>
        </p:nvCxnSpPr>
        <p:spPr>
          <a:xfrm>
            <a:off x="5705061" y="2753139"/>
            <a:ext cx="715618" cy="1351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83AEBD1-3157-4723-9F5F-801E72A510D3}"/>
              </a:ext>
            </a:extLst>
          </p:cNvPr>
          <p:cNvSpPr/>
          <p:nvPr/>
        </p:nvSpPr>
        <p:spPr>
          <a:xfrm>
            <a:off x="2492868" y="4104862"/>
            <a:ext cx="1620078" cy="5267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6,9</a:t>
            </a:r>
            <a:endParaRPr lang="en-IN" dirty="0"/>
          </a:p>
        </p:txBody>
      </p:sp>
      <p:sp>
        <p:nvSpPr>
          <p:cNvPr id="12" name="Rectangle 11">
            <a:extLst>
              <a:ext uri="{FF2B5EF4-FFF2-40B4-BE49-F238E27FC236}">
                <a16:creationId xmlns:a16="http://schemas.microsoft.com/office/drawing/2014/main" id="{39D78433-A383-4878-A0EC-6A56BB1F5C86}"/>
              </a:ext>
            </a:extLst>
          </p:cNvPr>
          <p:cNvSpPr/>
          <p:nvPr/>
        </p:nvSpPr>
        <p:spPr>
          <a:xfrm>
            <a:off x="5705061" y="4104862"/>
            <a:ext cx="1729409" cy="7156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23,27</a:t>
            </a:r>
            <a:endParaRPr lang="en-IN" dirty="0"/>
          </a:p>
        </p:txBody>
      </p:sp>
      <p:cxnSp>
        <p:nvCxnSpPr>
          <p:cNvPr id="7" name="Straight Arrow Connector 6">
            <a:extLst>
              <a:ext uri="{FF2B5EF4-FFF2-40B4-BE49-F238E27FC236}">
                <a16:creationId xmlns:a16="http://schemas.microsoft.com/office/drawing/2014/main" id="{BA3B6605-210E-44A5-9FBF-4A8CABBCCF56}"/>
              </a:ext>
            </a:extLst>
          </p:cNvPr>
          <p:cNvCxnSpPr>
            <a:cxnSpLocks/>
          </p:cNvCxnSpPr>
          <p:nvPr/>
        </p:nvCxnSpPr>
        <p:spPr>
          <a:xfrm flipH="1">
            <a:off x="4306339" y="2580619"/>
            <a:ext cx="466594" cy="25960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8B8C640-8C40-44F9-B7A8-78C5A501297B}"/>
              </a:ext>
            </a:extLst>
          </p:cNvPr>
          <p:cNvCxnSpPr>
            <a:cxnSpLocks/>
          </p:cNvCxnSpPr>
          <p:nvPr/>
        </p:nvCxnSpPr>
        <p:spPr>
          <a:xfrm>
            <a:off x="5186149" y="2580619"/>
            <a:ext cx="518912" cy="2871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638D259D-52FD-46C4-980A-59C2B683BB69}"/>
              </a:ext>
            </a:extLst>
          </p:cNvPr>
          <p:cNvSpPr/>
          <p:nvPr/>
        </p:nvSpPr>
        <p:spPr>
          <a:xfrm>
            <a:off x="3263347" y="5203299"/>
            <a:ext cx="1729409" cy="7156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11,12</a:t>
            </a:r>
            <a:endParaRPr lang="en-IN" dirty="0"/>
          </a:p>
        </p:txBody>
      </p:sp>
      <p:sp>
        <p:nvSpPr>
          <p:cNvPr id="14" name="Rectangle 13">
            <a:extLst>
              <a:ext uri="{FF2B5EF4-FFF2-40B4-BE49-F238E27FC236}">
                <a16:creationId xmlns:a16="http://schemas.microsoft.com/office/drawing/2014/main" id="{2FE6D665-1C1D-4FBC-A13A-FF72C306EDBC}"/>
              </a:ext>
            </a:extLst>
          </p:cNvPr>
          <p:cNvSpPr/>
          <p:nvPr/>
        </p:nvSpPr>
        <p:spPr>
          <a:xfrm>
            <a:off x="4992756" y="5487985"/>
            <a:ext cx="1729409" cy="7156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15,16</a:t>
            </a:r>
            <a:endParaRPr lang="en-IN" dirty="0"/>
          </a:p>
        </p:txBody>
      </p:sp>
    </p:spTree>
    <p:extLst>
      <p:ext uri="{BB962C8B-B14F-4D97-AF65-F5344CB8AC3E}">
        <p14:creationId xmlns:p14="http://schemas.microsoft.com/office/powerpoint/2010/main" val="252444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B0A9B-003F-4265-BC69-0B889F3D6968}"/>
              </a:ext>
            </a:extLst>
          </p:cNvPr>
          <p:cNvSpPr>
            <a:spLocks noGrp="1"/>
          </p:cNvSpPr>
          <p:nvPr>
            <p:ph type="title"/>
          </p:nvPr>
        </p:nvSpPr>
        <p:spPr/>
        <p:txBody>
          <a:bodyPr/>
          <a:lstStyle/>
          <a:p>
            <a:pPr algn="ctr"/>
            <a:r>
              <a:rPr lang="en-US" dirty="0"/>
              <a:t>B Tree</a:t>
            </a:r>
            <a:endParaRPr lang="en-IN" dirty="0"/>
          </a:p>
        </p:txBody>
      </p:sp>
      <p:sp>
        <p:nvSpPr>
          <p:cNvPr id="3" name="Content Placeholder 2">
            <a:extLst>
              <a:ext uri="{FF2B5EF4-FFF2-40B4-BE49-F238E27FC236}">
                <a16:creationId xmlns:a16="http://schemas.microsoft.com/office/drawing/2014/main" id="{EAB0C8C9-03CE-4452-A89F-502FE3098C39}"/>
              </a:ext>
            </a:extLst>
          </p:cNvPr>
          <p:cNvSpPr>
            <a:spLocks noGrp="1"/>
          </p:cNvSpPr>
          <p:nvPr>
            <p:ph idx="1"/>
          </p:nvPr>
        </p:nvSpPr>
        <p:spPr/>
        <p:txBody>
          <a:bodyPr/>
          <a:lstStyle/>
          <a:p>
            <a:r>
              <a:rPr lang="en-US" b="0" i="0" dirty="0">
                <a:solidFill>
                  <a:srgbClr val="202122"/>
                </a:solidFill>
                <a:effectLst/>
                <a:latin typeface="Arial" panose="020B0604020202020204" pitchFamily="34" charset="0"/>
              </a:rPr>
              <a:t>The B-tree generalizes the </a:t>
            </a:r>
            <a:r>
              <a:rPr lang="en-US" b="0" i="0" u="none" strike="noStrike" dirty="0">
                <a:solidFill>
                  <a:srgbClr val="0645AD"/>
                </a:solidFill>
                <a:effectLst/>
                <a:latin typeface="Arial" panose="020B0604020202020204" pitchFamily="34" charset="0"/>
              </a:rPr>
              <a:t>binary search tree</a:t>
            </a:r>
            <a:r>
              <a:rPr lang="en-US" b="0" i="0" dirty="0">
                <a:solidFill>
                  <a:srgbClr val="202122"/>
                </a:solidFill>
                <a:effectLst/>
                <a:latin typeface="Arial" panose="020B0604020202020204" pitchFamily="34" charset="0"/>
              </a:rPr>
              <a:t>, allowing for nodes with more than two children.</a:t>
            </a:r>
            <a:endParaRPr lang="en-IN" dirty="0"/>
          </a:p>
        </p:txBody>
      </p:sp>
      <p:pic>
        <p:nvPicPr>
          <p:cNvPr id="5" name="Picture 4">
            <a:extLst>
              <a:ext uri="{FF2B5EF4-FFF2-40B4-BE49-F238E27FC236}">
                <a16:creationId xmlns:a16="http://schemas.microsoft.com/office/drawing/2014/main" id="{E02EFBE2-D601-40E5-A00F-7CE50B858E6E}"/>
              </a:ext>
            </a:extLst>
          </p:cNvPr>
          <p:cNvPicPr>
            <a:picLocks noChangeAspect="1"/>
          </p:cNvPicPr>
          <p:nvPr/>
        </p:nvPicPr>
        <p:blipFill>
          <a:blip r:embed="rId2"/>
          <a:stretch>
            <a:fillRect/>
          </a:stretch>
        </p:blipFill>
        <p:spPr>
          <a:xfrm>
            <a:off x="665922" y="2716581"/>
            <a:ext cx="12192000" cy="3595319"/>
          </a:xfrm>
          <a:prstGeom prst="rect">
            <a:avLst/>
          </a:prstGeom>
        </p:spPr>
      </p:pic>
    </p:spTree>
    <p:extLst>
      <p:ext uri="{BB962C8B-B14F-4D97-AF65-F5344CB8AC3E}">
        <p14:creationId xmlns:p14="http://schemas.microsoft.com/office/powerpoint/2010/main" val="3987830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F3265-837E-4900-8902-60B1C93B2B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6B4184-4157-4D8C-9E92-97ED47356F42}"/>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75D38EED-9BFA-4871-895F-B971085B80A3}"/>
              </a:ext>
            </a:extLst>
          </p:cNvPr>
          <p:cNvSpPr txBox="1"/>
          <p:nvPr/>
        </p:nvSpPr>
        <p:spPr>
          <a:xfrm>
            <a:off x="1133061" y="2413338"/>
            <a:ext cx="9611139" cy="3108543"/>
          </a:xfrm>
          <a:prstGeom prst="rect">
            <a:avLst/>
          </a:prstGeom>
          <a:noFill/>
        </p:spPr>
        <p:txBody>
          <a:bodyPr wrap="square">
            <a:spAutoFit/>
          </a:bodyPr>
          <a:lstStyle/>
          <a:p>
            <a:pPr marL="457200" indent="-457200" algn="l"/>
            <a:r>
              <a:rPr lang="en-US" sz="2800" dirty="0">
                <a:solidFill>
                  <a:srgbClr val="003399"/>
                </a:solidFill>
                <a:latin typeface="Arial" pitchFamily="34" charset="0"/>
              </a:rPr>
              <a:t>A</a:t>
            </a:r>
            <a:r>
              <a:rPr lang="en-US" sz="2800" dirty="0">
                <a:latin typeface="Arial" pitchFamily="34" charset="0"/>
              </a:rPr>
              <a:t> </a:t>
            </a:r>
            <a:r>
              <a:rPr lang="en-US" sz="2800" dirty="0">
                <a:solidFill>
                  <a:srgbClr val="990033"/>
                </a:solidFill>
                <a:latin typeface="Arial" pitchFamily="34" charset="0"/>
              </a:rPr>
              <a:t>B-tree</a:t>
            </a:r>
            <a:r>
              <a:rPr lang="en-US" sz="2800" dirty="0">
                <a:latin typeface="Arial" pitchFamily="34" charset="0"/>
              </a:rPr>
              <a:t> </a:t>
            </a:r>
            <a:r>
              <a:rPr lang="en-US" sz="2800" dirty="0">
                <a:solidFill>
                  <a:srgbClr val="003399"/>
                </a:solidFill>
                <a:latin typeface="Arial" pitchFamily="34" charset="0"/>
              </a:rPr>
              <a:t>is an</a:t>
            </a:r>
            <a:r>
              <a:rPr lang="en-US" sz="2800" dirty="0">
                <a:latin typeface="Arial" pitchFamily="34" charset="0"/>
              </a:rPr>
              <a:t> M-way </a:t>
            </a:r>
            <a:r>
              <a:rPr lang="en-US" sz="2800" dirty="0">
                <a:solidFill>
                  <a:srgbClr val="003399"/>
                </a:solidFill>
                <a:latin typeface="Arial" pitchFamily="34" charset="0"/>
              </a:rPr>
              <a:t>search tree with two properties :</a:t>
            </a:r>
            <a:r>
              <a:rPr lang="en-US" sz="2800" dirty="0">
                <a:latin typeface="Arial" pitchFamily="34" charset="0"/>
              </a:rPr>
              <a:t> </a:t>
            </a:r>
          </a:p>
          <a:p>
            <a:pPr marL="457200" indent="-457200" algn="l">
              <a:buClr>
                <a:srgbClr val="CC0066"/>
              </a:buClr>
              <a:buFontTx/>
              <a:buAutoNum type="arabicPeriod"/>
            </a:pPr>
            <a:r>
              <a:rPr lang="en-US" sz="2800" dirty="0">
                <a:solidFill>
                  <a:srgbClr val="003399"/>
                </a:solidFill>
                <a:latin typeface="Arial" pitchFamily="34" charset="0"/>
              </a:rPr>
              <a:t>It is perfectly balanced: every leaf node is at the same depth</a:t>
            </a:r>
            <a:endParaRPr lang="en-US" sz="2800" dirty="0">
              <a:latin typeface="Arial" pitchFamily="34" charset="0"/>
            </a:endParaRPr>
          </a:p>
          <a:p>
            <a:pPr marL="457200" indent="-457200" algn="l">
              <a:buClr>
                <a:srgbClr val="CC0066"/>
              </a:buClr>
              <a:buFontTx/>
              <a:buAutoNum type="arabicPeriod"/>
            </a:pPr>
            <a:r>
              <a:rPr lang="en-US" sz="2800" dirty="0">
                <a:solidFill>
                  <a:srgbClr val="003399"/>
                </a:solidFill>
                <a:latin typeface="Arial" pitchFamily="34" charset="0"/>
              </a:rPr>
              <a:t>Every internal node other than the root, is at least half-full, i.e. </a:t>
            </a:r>
            <a:r>
              <a:rPr lang="en-US" sz="2800" i="1" dirty="0">
                <a:solidFill>
                  <a:srgbClr val="006600"/>
                </a:solidFill>
                <a:latin typeface="Arial" pitchFamily="34" charset="0"/>
              </a:rPr>
              <a:t>M/2-1 ≤ #keys ≤ M-1</a:t>
            </a:r>
            <a:endParaRPr lang="en-US" sz="2800" dirty="0">
              <a:latin typeface="Arial" pitchFamily="34" charset="0"/>
            </a:endParaRPr>
          </a:p>
          <a:p>
            <a:pPr marL="457200" indent="-457200" algn="l">
              <a:buClr>
                <a:srgbClr val="CC0066"/>
              </a:buClr>
              <a:buFontTx/>
              <a:buAutoNum type="arabicPeriod"/>
            </a:pPr>
            <a:r>
              <a:rPr lang="en-US" altLang="he-IL" sz="2800" dirty="0">
                <a:solidFill>
                  <a:srgbClr val="003399"/>
                </a:solidFill>
                <a:latin typeface="Arial" pitchFamily="34" charset="0"/>
              </a:rPr>
              <a:t>Every internal node with</a:t>
            </a:r>
            <a:r>
              <a:rPr lang="en-US" altLang="he-IL" sz="2800" i="1" dirty="0">
                <a:solidFill>
                  <a:srgbClr val="006600"/>
                </a:solidFill>
                <a:latin typeface="Arial" pitchFamily="34" charset="0"/>
              </a:rPr>
              <a:t> k </a:t>
            </a:r>
            <a:r>
              <a:rPr lang="en-US" altLang="he-IL" sz="2800" dirty="0">
                <a:solidFill>
                  <a:srgbClr val="003399"/>
                </a:solidFill>
                <a:latin typeface="Arial" pitchFamily="34" charset="0"/>
              </a:rPr>
              <a:t>keys has </a:t>
            </a:r>
            <a:r>
              <a:rPr lang="en-US" altLang="he-IL" sz="2800" i="1" dirty="0">
                <a:solidFill>
                  <a:srgbClr val="006600"/>
                </a:solidFill>
                <a:latin typeface="Arial" pitchFamily="34" charset="0"/>
              </a:rPr>
              <a:t>k+1</a:t>
            </a:r>
            <a:r>
              <a:rPr lang="en-US" altLang="he-IL" sz="2800" dirty="0">
                <a:solidFill>
                  <a:srgbClr val="003399"/>
                </a:solidFill>
                <a:latin typeface="Arial" pitchFamily="34" charset="0"/>
              </a:rPr>
              <a:t> non-null children</a:t>
            </a:r>
          </a:p>
        </p:txBody>
      </p:sp>
    </p:spTree>
    <p:extLst>
      <p:ext uri="{BB962C8B-B14F-4D97-AF65-F5344CB8AC3E}">
        <p14:creationId xmlns:p14="http://schemas.microsoft.com/office/powerpoint/2010/main" val="2140577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2" name="Rectangle 2"/>
          <p:cNvSpPr>
            <a:spLocks noGrp="1" noChangeArrowheads="1"/>
          </p:cNvSpPr>
          <p:nvPr>
            <p:ph type="title"/>
          </p:nvPr>
        </p:nvSpPr>
        <p:spPr/>
        <p:txBody>
          <a:bodyPr/>
          <a:lstStyle/>
          <a:p>
            <a:r>
              <a:rPr lang="en-US"/>
              <a:t>Insert example</a:t>
            </a:r>
          </a:p>
        </p:txBody>
      </p:sp>
      <p:sp>
        <p:nvSpPr>
          <p:cNvPr id="1008719" name="Rectangle 79"/>
          <p:cNvSpPr>
            <a:spLocks noChangeArrowheads="1"/>
          </p:cNvSpPr>
          <p:nvPr/>
        </p:nvSpPr>
        <p:spPr bwMode="auto">
          <a:xfrm>
            <a:off x="4343400" y="2209800"/>
            <a:ext cx="24384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20    40      60      80</a:t>
            </a:r>
          </a:p>
        </p:txBody>
      </p:sp>
      <p:sp>
        <p:nvSpPr>
          <p:cNvPr id="1008720" name="Rectangle 80"/>
          <p:cNvSpPr>
            <a:spLocks noChangeArrowheads="1"/>
          </p:cNvSpPr>
          <p:nvPr/>
        </p:nvSpPr>
        <p:spPr bwMode="auto">
          <a:xfrm>
            <a:off x="1752600" y="3276600"/>
            <a:ext cx="1981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0    5    10    15</a:t>
            </a:r>
          </a:p>
        </p:txBody>
      </p:sp>
      <p:sp>
        <p:nvSpPr>
          <p:cNvPr id="1008721" name="Rectangle 81"/>
          <p:cNvSpPr>
            <a:spLocks noChangeArrowheads="1"/>
          </p:cNvSpPr>
          <p:nvPr/>
        </p:nvSpPr>
        <p:spPr bwMode="auto">
          <a:xfrm>
            <a:off x="3962400" y="32766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25    35</a:t>
            </a:r>
          </a:p>
        </p:txBody>
      </p:sp>
      <p:sp>
        <p:nvSpPr>
          <p:cNvPr id="1008722" name="Rectangle 82"/>
          <p:cNvSpPr>
            <a:spLocks noChangeArrowheads="1"/>
          </p:cNvSpPr>
          <p:nvPr/>
        </p:nvSpPr>
        <p:spPr bwMode="auto">
          <a:xfrm>
            <a:off x="5181600" y="32766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45    55</a:t>
            </a:r>
          </a:p>
        </p:txBody>
      </p:sp>
      <p:sp>
        <p:nvSpPr>
          <p:cNvPr id="1008723" name="Rectangle 83"/>
          <p:cNvSpPr>
            <a:spLocks noChangeArrowheads="1"/>
          </p:cNvSpPr>
          <p:nvPr/>
        </p:nvSpPr>
        <p:spPr bwMode="auto">
          <a:xfrm>
            <a:off x="8991600" y="32766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
        <p:nvSpPr>
          <p:cNvPr id="1008724" name="Line 84"/>
          <p:cNvSpPr>
            <a:spLocks noChangeShapeType="1"/>
          </p:cNvSpPr>
          <p:nvPr/>
        </p:nvSpPr>
        <p:spPr bwMode="auto">
          <a:xfrm flipH="1">
            <a:off x="2819401" y="2438400"/>
            <a:ext cx="1617663" cy="8382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08725" name="Line 85"/>
          <p:cNvSpPr>
            <a:spLocks noChangeShapeType="1"/>
          </p:cNvSpPr>
          <p:nvPr/>
        </p:nvSpPr>
        <p:spPr bwMode="auto">
          <a:xfrm flipH="1">
            <a:off x="4572000" y="2495550"/>
            <a:ext cx="241300" cy="7810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08726" name="Line 86"/>
          <p:cNvSpPr>
            <a:spLocks noChangeShapeType="1"/>
          </p:cNvSpPr>
          <p:nvPr/>
        </p:nvSpPr>
        <p:spPr bwMode="auto">
          <a:xfrm>
            <a:off x="5459413" y="2419351"/>
            <a:ext cx="195262" cy="80168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08727" name="Line 87"/>
          <p:cNvSpPr>
            <a:spLocks noChangeShapeType="1"/>
          </p:cNvSpPr>
          <p:nvPr/>
        </p:nvSpPr>
        <p:spPr bwMode="auto">
          <a:xfrm>
            <a:off x="5973763" y="2478089"/>
            <a:ext cx="1301750" cy="776287"/>
          </a:xfrm>
          <a:prstGeom prst="line">
            <a:avLst/>
          </a:prstGeom>
          <a:noFill/>
          <a:ln w="9525">
            <a:solidFill>
              <a:schemeClr val="tx1"/>
            </a:solidFill>
            <a:round/>
            <a:headEnd/>
            <a:tailEnd type="triangle" w="med" len="med"/>
          </a:ln>
          <a:effectLst/>
        </p:spPr>
        <p:txBody>
          <a:bodyPr wrap="none" anchor="ctr"/>
          <a:lstStyle/>
          <a:p>
            <a:endParaRPr lang="he-IL"/>
          </a:p>
        </p:txBody>
      </p:sp>
      <p:sp>
        <p:nvSpPr>
          <p:cNvPr id="1008728" name="Line 88"/>
          <p:cNvSpPr>
            <a:spLocks noChangeShapeType="1"/>
          </p:cNvSpPr>
          <p:nvPr/>
        </p:nvSpPr>
        <p:spPr bwMode="auto">
          <a:xfrm>
            <a:off x="6627814" y="2438400"/>
            <a:ext cx="2363787" cy="7826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08729" name="Text Box 89"/>
          <p:cNvSpPr txBox="1">
            <a:spLocks noChangeArrowheads="1"/>
          </p:cNvSpPr>
          <p:nvPr/>
        </p:nvSpPr>
        <p:spPr bwMode="auto">
          <a:xfrm>
            <a:off x="1828801" y="4114800"/>
            <a:ext cx="1024639" cy="369332"/>
          </a:xfrm>
          <a:prstGeom prst="rect">
            <a:avLst/>
          </a:prstGeom>
          <a:solidFill>
            <a:srgbClr val="CCFF99"/>
          </a:solidFill>
          <a:ln w="9525">
            <a:noFill/>
            <a:miter lim="800000"/>
            <a:headEnd/>
            <a:tailEnd/>
          </a:ln>
          <a:effectLst/>
        </p:spPr>
        <p:txBody>
          <a:bodyPr wrap="none">
            <a:spAutoFit/>
          </a:bodyPr>
          <a:lstStyle/>
          <a:p>
            <a:pPr algn="l"/>
            <a:r>
              <a:rPr lang="en-US" altLang="he-IL" b="1">
                <a:latin typeface="Times New Roman (Hebrew)" pitchFamily="18" charset="0"/>
              </a:rPr>
              <a:t>Insert 3:</a:t>
            </a:r>
          </a:p>
        </p:txBody>
      </p:sp>
      <p:sp>
        <p:nvSpPr>
          <p:cNvPr id="1008730" name="Rectangle 90"/>
          <p:cNvSpPr>
            <a:spLocks noChangeArrowheads="1"/>
          </p:cNvSpPr>
          <p:nvPr/>
        </p:nvSpPr>
        <p:spPr bwMode="auto">
          <a:xfrm>
            <a:off x="4419600" y="4267200"/>
            <a:ext cx="24384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20      40       60   80</a:t>
            </a:r>
          </a:p>
        </p:txBody>
      </p:sp>
      <p:sp>
        <p:nvSpPr>
          <p:cNvPr id="1008731" name="Rectangle 91"/>
          <p:cNvSpPr>
            <a:spLocks noChangeArrowheads="1"/>
          </p:cNvSpPr>
          <p:nvPr/>
        </p:nvSpPr>
        <p:spPr bwMode="auto">
          <a:xfrm>
            <a:off x="1828800" y="5334000"/>
            <a:ext cx="21336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0    3    5    10  15</a:t>
            </a:r>
          </a:p>
        </p:txBody>
      </p:sp>
      <p:sp>
        <p:nvSpPr>
          <p:cNvPr id="1008732" name="Rectangle 92"/>
          <p:cNvSpPr>
            <a:spLocks noChangeArrowheads="1"/>
          </p:cNvSpPr>
          <p:nvPr/>
        </p:nvSpPr>
        <p:spPr bwMode="auto">
          <a:xfrm>
            <a:off x="4038600" y="53340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25    35</a:t>
            </a:r>
          </a:p>
        </p:txBody>
      </p:sp>
      <p:sp>
        <p:nvSpPr>
          <p:cNvPr id="1008733" name="Rectangle 93"/>
          <p:cNvSpPr>
            <a:spLocks noChangeArrowheads="1"/>
          </p:cNvSpPr>
          <p:nvPr/>
        </p:nvSpPr>
        <p:spPr bwMode="auto">
          <a:xfrm>
            <a:off x="5257800" y="53340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45      55</a:t>
            </a:r>
          </a:p>
        </p:txBody>
      </p:sp>
      <p:sp>
        <p:nvSpPr>
          <p:cNvPr id="1008734" name="Line 94"/>
          <p:cNvSpPr>
            <a:spLocks noChangeShapeType="1"/>
          </p:cNvSpPr>
          <p:nvPr/>
        </p:nvSpPr>
        <p:spPr bwMode="auto">
          <a:xfrm flipH="1">
            <a:off x="2971801" y="4438650"/>
            <a:ext cx="1579563" cy="8890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08735" name="Line 95"/>
          <p:cNvSpPr>
            <a:spLocks noChangeShapeType="1"/>
          </p:cNvSpPr>
          <p:nvPr/>
        </p:nvSpPr>
        <p:spPr bwMode="auto">
          <a:xfrm flipH="1">
            <a:off x="4670426" y="4518026"/>
            <a:ext cx="411163" cy="81597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08736" name="Line 96"/>
          <p:cNvSpPr>
            <a:spLocks noChangeShapeType="1"/>
          </p:cNvSpPr>
          <p:nvPr/>
        </p:nvSpPr>
        <p:spPr bwMode="auto">
          <a:xfrm>
            <a:off x="5711826" y="4533901"/>
            <a:ext cx="155575" cy="900113"/>
          </a:xfrm>
          <a:prstGeom prst="line">
            <a:avLst/>
          </a:prstGeom>
          <a:noFill/>
          <a:ln w="9525">
            <a:solidFill>
              <a:schemeClr val="tx1"/>
            </a:solidFill>
            <a:round/>
            <a:headEnd/>
            <a:tailEnd type="triangle" w="med" len="med"/>
          </a:ln>
          <a:effectLst/>
        </p:spPr>
        <p:txBody>
          <a:bodyPr wrap="none" anchor="ctr"/>
          <a:lstStyle/>
          <a:p>
            <a:endParaRPr lang="he-IL"/>
          </a:p>
        </p:txBody>
      </p:sp>
      <p:sp>
        <p:nvSpPr>
          <p:cNvPr id="1008737" name="Line 97"/>
          <p:cNvSpPr>
            <a:spLocks noChangeShapeType="1"/>
          </p:cNvSpPr>
          <p:nvPr/>
        </p:nvSpPr>
        <p:spPr bwMode="auto">
          <a:xfrm>
            <a:off x="6326970" y="4510569"/>
            <a:ext cx="1066800" cy="81597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08738" name="Line 98"/>
          <p:cNvSpPr>
            <a:spLocks noChangeShapeType="1"/>
          </p:cNvSpPr>
          <p:nvPr/>
        </p:nvSpPr>
        <p:spPr bwMode="auto">
          <a:xfrm>
            <a:off x="6781800" y="4495800"/>
            <a:ext cx="2362200" cy="808038"/>
          </a:xfrm>
          <a:prstGeom prst="line">
            <a:avLst/>
          </a:prstGeom>
          <a:noFill/>
          <a:ln w="9525">
            <a:solidFill>
              <a:schemeClr val="tx1"/>
            </a:solidFill>
            <a:round/>
            <a:headEnd/>
            <a:tailEnd type="triangle" w="med" len="med"/>
          </a:ln>
          <a:effectLst/>
        </p:spPr>
        <p:txBody>
          <a:bodyPr wrap="none" anchor="ctr"/>
          <a:lstStyle/>
          <a:p>
            <a:endParaRPr lang="he-IL"/>
          </a:p>
        </p:txBody>
      </p:sp>
      <p:graphicFrame>
        <p:nvGraphicFramePr>
          <p:cNvPr id="1008739" name="Object 99"/>
          <p:cNvGraphicFramePr>
            <a:graphicFrameLocks noChangeAspect="1"/>
          </p:cNvGraphicFramePr>
          <p:nvPr/>
        </p:nvGraphicFramePr>
        <p:xfrm>
          <a:off x="7848600" y="2208214"/>
          <a:ext cx="1860550" cy="485775"/>
        </p:xfrm>
        <a:graphic>
          <a:graphicData uri="http://schemas.openxmlformats.org/presentationml/2006/ole">
            <mc:AlternateContent xmlns:mc="http://schemas.openxmlformats.org/markup-compatibility/2006">
              <mc:Choice xmlns:v="urn:schemas-microsoft-com:vml" Requires="v">
                <p:oleObj name="Equation" r:id="rId3" imgW="774360" imgH="203040" progId="Equation.DSMT4">
                  <p:embed/>
                </p:oleObj>
              </mc:Choice>
              <mc:Fallback>
                <p:oleObj name="Equation" r:id="rId3" imgW="774360" imgH="203040" progId="Equation.DSMT4">
                  <p:embed/>
                  <p:pic>
                    <p:nvPicPr>
                      <p:cNvPr id="1008739" name="Object 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8600" y="2208214"/>
                        <a:ext cx="1860550" cy="485775"/>
                      </a:xfrm>
                      <a:prstGeom prst="rect">
                        <a:avLst/>
                      </a:prstGeom>
                      <a:solidFill>
                        <a:srgbClr val="CCFF99"/>
                      </a:solidFill>
                    </p:spPr>
                  </p:pic>
                </p:oleObj>
              </mc:Fallback>
            </mc:AlternateContent>
          </a:graphicData>
        </a:graphic>
      </p:graphicFrame>
      <p:sp>
        <p:nvSpPr>
          <p:cNvPr id="1008740" name="Rectangle 100"/>
          <p:cNvSpPr>
            <a:spLocks noChangeArrowheads="1"/>
          </p:cNvSpPr>
          <p:nvPr/>
        </p:nvSpPr>
        <p:spPr bwMode="auto">
          <a:xfrm>
            <a:off x="6400800" y="3276600"/>
            <a:ext cx="24384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62    66    70  74  78</a:t>
            </a:r>
          </a:p>
        </p:txBody>
      </p:sp>
      <p:sp>
        <p:nvSpPr>
          <p:cNvPr id="1008741" name="Rectangle 101"/>
          <p:cNvSpPr>
            <a:spLocks noChangeArrowheads="1"/>
          </p:cNvSpPr>
          <p:nvPr/>
        </p:nvSpPr>
        <p:spPr bwMode="auto">
          <a:xfrm>
            <a:off x="6477000" y="5334000"/>
            <a:ext cx="24384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62   66   70   74   78</a:t>
            </a:r>
          </a:p>
        </p:txBody>
      </p:sp>
      <p:sp>
        <p:nvSpPr>
          <p:cNvPr id="1008742" name="Rectangle 102"/>
          <p:cNvSpPr>
            <a:spLocks noChangeArrowheads="1"/>
          </p:cNvSpPr>
          <p:nvPr/>
        </p:nvSpPr>
        <p:spPr bwMode="auto">
          <a:xfrm>
            <a:off x="9067800" y="53340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87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87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087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087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087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087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087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087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087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087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87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087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8729" grpId="0" animBg="1"/>
      <p:bldP spid="1008730" grpId="0" animBg="1"/>
      <p:bldP spid="1008731" grpId="0" animBg="1"/>
      <p:bldP spid="1008732" grpId="0" animBg="1"/>
      <p:bldP spid="1008733" grpId="0" animBg="1"/>
      <p:bldP spid="1008734" grpId="0" animBg="1"/>
      <p:bldP spid="1008735" grpId="0" animBg="1"/>
      <p:bldP spid="1008736" grpId="0" animBg="1"/>
      <p:bldP spid="1008737" grpId="0" animBg="1"/>
      <p:bldP spid="1008738" grpId="0" animBg="1"/>
      <p:bldP spid="1008741" grpId="0" animBg="1"/>
      <p:bldP spid="100874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179" name="Rectangle 3"/>
          <p:cNvSpPr>
            <a:spLocks noChangeArrowheads="1"/>
          </p:cNvSpPr>
          <p:nvPr/>
        </p:nvSpPr>
        <p:spPr bwMode="auto">
          <a:xfrm>
            <a:off x="6553200" y="3505200"/>
            <a:ext cx="24384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61 62  66  </a:t>
            </a:r>
            <a:r>
              <a:rPr lang="en-US" altLang="en-US" sz="2000" dirty="0"/>
              <a:t>70</a:t>
            </a:r>
            <a:r>
              <a:rPr lang="en-US" altLang="en-US" sz="2000" dirty="0">
                <a:latin typeface="Times New Roman (Hebrew)" pitchFamily="18" charset="0"/>
              </a:rPr>
              <a:t> </a:t>
            </a:r>
            <a:r>
              <a:rPr lang="en-US" altLang="en-US" sz="2000" dirty="0"/>
              <a:t>74  78</a:t>
            </a:r>
          </a:p>
        </p:txBody>
      </p:sp>
      <p:sp>
        <p:nvSpPr>
          <p:cNvPr id="1074191" name="Rectangle 15"/>
          <p:cNvSpPr>
            <a:spLocks noChangeArrowheads="1"/>
          </p:cNvSpPr>
          <p:nvPr/>
        </p:nvSpPr>
        <p:spPr bwMode="auto">
          <a:xfrm>
            <a:off x="4572000" y="609600"/>
            <a:ext cx="24384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20      40    60      80</a:t>
            </a:r>
          </a:p>
        </p:txBody>
      </p:sp>
      <p:sp>
        <p:nvSpPr>
          <p:cNvPr id="1074192" name="Rectangle 16"/>
          <p:cNvSpPr>
            <a:spLocks noChangeArrowheads="1"/>
          </p:cNvSpPr>
          <p:nvPr/>
        </p:nvSpPr>
        <p:spPr bwMode="auto">
          <a:xfrm>
            <a:off x="1981200" y="1676400"/>
            <a:ext cx="2133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0    3    5    10    15</a:t>
            </a:r>
          </a:p>
        </p:txBody>
      </p:sp>
      <p:sp>
        <p:nvSpPr>
          <p:cNvPr id="1074193" name="Rectangle 17"/>
          <p:cNvSpPr>
            <a:spLocks noChangeArrowheads="1"/>
          </p:cNvSpPr>
          <p:nvPr/>
        </p:nvSpPr>
        <p:spPr bwMode="auto">
          <a:xfrm>
            <a:off x="4191000" y="16764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25    35</a:t>
            </a:r>
          </a:p>
        </p:txBody>
      </p:sp>
      <p:sp>
        <p:nvSpPr>
          <p:cNvPr id="1074194" name="Rectangle 18"/>
          <p:cNvSpPr>
            <a:spLocks noChangeArrowheads="1"/>
          </p:cNvSpPr>
          <p:nvPr/>
        </p:nvSpPr>
        <p:spPr bwMode="auto">
          <a:xfrm>
            <a:off x="5410200" y="16764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45      55</a:t>
            </a:r>
          </a:p>
        </p:txBody>
      </p:sp>
      <p:sp>
        <p:nvSpPr>
          <p:cNvPr id="1074195" name="Line 19"/>
          <p:cNvSpPr>
            <a:spLocks noChangeShapeType="1"/>
          </p:cNvSpPr>
          <p:nvPr/>
        </p:nvSpPr>
        <p:spPr bwMode="auto">
          <a:xfrm flipH="1">
            <a:off x="3124201" y="781050"/>
            <a:ext cx="1579563" cy="8890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196" name="Line 20"/>
          <p:cNvSpPr>
            <a:spLocks noChangeShapeType="1"/>
          </p:cNvSpPr>
          <p:nvPr/>
        </p:nvSpPr>
        <p:spPr bwMode="auto">
          <a:xfrm flipH="1">
            <a:off x="4822826" y="860426"/>
            <a:ext cx="411163" cy="81597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197" name="Line 21"/>
          <p:cNvSpPr>
            <a:spLocks noChangeShapeType="1"/>
          </p:cNvSpPr>
          <p:nvPr/>
        </p:nvSpPr>
        <p:spPr bwMode="auto">
          <a:xfrm>
            <a:off x="5864226" y="876301"/>
            <a:ext cx="155575" cy="900113"/>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198" name="Line 22"/>
          <p:cNvSpPr>
            <a:spLocks noChangeShapeType="1"/>
          </p:cNvSpPr>
          <p:nvPr/>
        </p:nvSpPr>
        <p:spPr bwMode="auto">
          <a:xfrm>
            <a:off x="6553200" y="838201"/>
            <a:ext cx="1066800" cy="81597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199" name="Line 23"/>
          <p:cNvSpPr>
            <a:spLocks noChangeShapeType="1"/>
          </p:cNvSpPr>
          <p:nvPr/>
        </p:nvSpPr>
        <p:spPr bwMode="auto">
          <a:xfrm>
            <a:off x="6934200" y="838200"/>
            <a:ext cx="2362200" cy="8080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00" name="Text Box 24"/>
          <p:cNvSpPr txBox="1">
            <a:spLocks noChangeArrowheads="1"/>
          </p:cNvSpPr>
          <p:nvPr/>
        </p:nvSpPr>
        <p:spPr bwMode="auto">
          <a:xfrm>
            <a:off x="1905000" y="2362200"/>
            <a:ext cx="1140056" cy="369332"/>
          </a:xfrm>
          <a:prstGeom prst="rect">
            <a:avLst/>
          </a:prstGeom>
          <a:solidFill>
            <a:srgbClr val="CCFF99"/>
          </a:solidFill>
          <a:ln w="9525">
            <a:noFill/>
            <a:miter lim="800000"/>
            <a:headEnd/>
            <a:tailEnd/>
          </a:ln>
          <a:effectLst/>
        </p:spPr>
        <p:txBody>
          <a:bodyPr wrap="none">
            <a:spAutoFit/>
          </a:bodyPr>
          <a:lstStyle/>
          <a:p>
            <a:pPr algn="l"/>
            <a:r>
              <a:rPr lang="en-US" altLang="he-IL" b="1">
                <a:latin typeface="Times New Roman (Hebrew)" pitchFamily="18" charset="0"/>
              </a:rPr>
              <a:t>Insert 61:</a:t>
            </a:r>
          </a:p>
        </p:txBody>
      </p:sp>
      <p:graphicFrame>
        <p:nvGraphicFramePr>
          <p:cNvPr id="1074201" name="Object 25"/>
          <p:cNvGraphicFramePr>
            <a:graphicFrameLocks noChangeAspect="1"/>
          </p:cNvGraphicFramePr>
          <p:nvPr/>
        </p:nvGraphicFramePr>
        <p:xfrm>
          <a:off x="7848600" y="531814"/>
          <a:ext cx="1860550" cy="485775"/>
        </p:xfrm>
        <a:graphic>
          <a:graphicData uri="http://schemas.openxmlformats.org/presentationml/2006/ole">
            <mc:AlternateContent xmlns:mc="http://schemas.openxmlformats.org/markup-compatibility/2006">
              <mc:Choice xmlns:v="urn:schemas-microsoft-com:vml" Requires="v">
                <p:oleObj name="Equation" r:id="rId3" imgW="774360" imgH="203040" progId="Equation.DSMT4">
                  <p:embed/>
                </p:oleObj>
              </mc:Choice>
              <mc:Fallback>
                <p:oleObj name="Equation" r:id="rId3" imgW="774360" imgH="203040" progId="Equation.DSMT4">
                  <p:embed/>
                  <p:pic>
                    <p:nvPicPr>
                      <p:cNvPr id="1074201"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8600" y="531814"/>
                        <a:ext cx="1860550" cy="485775"/>
                      </a:xfrm>
                      <a:prstGeom prst="rect">
                        <a:avLst/>
                      </a:prstGeom>
                      <a:solidFill>
                        <a:srgbClr val="CCFF99"/>
                      </a:solidFill>
                    </p:spPr>
                  </p:pic>
                </p:oleObj>
              </mc:Fallback>
            </mc:AlternateContent>
          </a:graphicData>
        </a:graphic>
      </p:graphicFrame>
      <p:sp>
        <p:nvSpPr>
          <p:cNvPr id="1074203" name="Rectangle 27"/>
          <p:cNvSpPr>
            <a:spLocks noChangeArrowheads="1"/>
          </p:cNvSpPr>
          <p:nvPr/>
        </p:nvSpPr>
        <p:spPr bwMode="auto">
          <a:xfrm>
            <a:off x="6629400" y="1676400"/>
            <a:ext cx="24384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62   66   70   74   78</a:t>
            </a:r>
          </a:p>
        </p:txBody>
      </p:sp>
      <p:sp>
        <p:nvSpPr>
          <p:cNvPr id="1074204" name="Rectangle 28"/>
          <p:cNvSpPr>
            <a:spLocks noChangeArrowheads="1"/>
          </p:cNvSpPr>
          <p:nvPr/>
        </p:nvSpPr>
        <p:spPr bwMode="auto">
          <a:xfrm>
            <a:off x="9220200" y="16764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
        <p:nvSpPr>
          <p:cNvPr id="1074205" name="Rectangle 29"/>
          <p:cNvSpPr>
            <a:spLocks noChangeArrowheads="1"/>
          </p:cNvSpPr>
          <p:nvPr/>
        </p:nvSpPr>
        <p:spPr bwMode="auto">
          <a:xfrm>
            <a:off x="4495800" y="2438400"/>
            <a:ext cx="2286000" cy="3810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20    40      60     80</a:t>
            </a:r>
          </a:p>
        </p:txBody>
      </p:sp>
      <p:sp>
        <p:nvSpPr>
          <p:cNvPr id="1074206" name="Rectangle 30"/>
          <p:cNvSpPr>
            <a:spLocks noChangeArrowheads="1"/>
          </p:cNvSpPr>
          <p:nvPr/>
        </p:nvSpPr>
        <p:spPr bwMode="auto">
          <a:xfrm>
            <a:off x="1905000" y="3505200"/>
            <a:ext cx="2133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0    3    5    10    15</a:t>
            </a:r>
          </a:p>
        </p:txBody>
      </p:sp>
      <p:sp>
        <p:nvSpPr>
          <p:cNvPr id="1074207" name="Rectangle 31"/>
          <p:cNvSpPr>
            <a:spLocks noChangeArrowheads="1"/>
          </p:cNvSpPr>
          <p:nvPr/>
        </p:nvSpPr>
        <p:spPr bwMode="auto">
          <a:xfrm>
            <a:off x="4114800" y="35052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25    35</a:t>
            </a:r>
          </a:p>
        </p:txBody>
      </p:sp>
      <p:sp>
        <p:nvSpPr>
          <p:cNvPr id="1074208" name="Rectangle 32"/>
          <p:cNvSpPr>
            <a:spLocks noChangeArrowheads="1"/>
          </p:cNvSpPr>
          <p:nvPr/>
        </p:nvSpPr>
        <p:spPr bwMode="auto">
          <a:xfrm>
            <a:off x="5334000" y="35052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45    55</a:t>
            </a:r>
          </a:p>
        </p:txBody>
      </p:sp>
      <p:sp>
        <p:nvSpPr>
          <p:cNvPr id="1074209" name="Rectangle 33"/>
          <p:cNvSpPr>
            <a:spLocks noChangeArrowheads="1"/>
          </p:cNvSpPr>
          <p:nvPr/>
        </p:nvSpPr>
        <p:spPr bwMode="auto">
          <a:xfrm>
            <a:off x="9144000" y="35052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
        <p:nvSpPr>
          <p:cNvPr id="1074211" name="Line 35"/>
          <p:cNvSpPr>
            <a:spLocks noChangeShapeType="1"/>
          </p:cNvSpPr>
          <p:nvPr/>
        </p:nvSpPr>
        <p:spPr bwMode="auto">
          <a:xfrm>
            <a:off x="6705600" y="2667001"/>
            <a:ext cx="2590800" cy="811213"/>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12" name="Line 36"/>
          <p:cNvSpPr>
            <a:spLocks noChangeShapeType="1"/>
          </p:cNvSpPr>
          <p:nvPr/>
        </p:nvSpPr>
        <p:spPr bwMode="auto">
          <a:xfrm flipH="1">
            <a:off x="3048001" y="2765426"/>
            <a:ext cx="1598613" cy="73342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13" name="Line 37"/>
          <p:cNvSpPr>
            <a:spLocks noChangeShapeType="1"/>
          </p:cNvSpPr>
          <p:nvPr/>
        </p:nvSpPr>
        <p:spPr bwMode="auto">
          <a:xfrm flipH="1">
            <a:off x="4746626" y="2767014"/>
            <a:ext cx="257175" cy="738187"/>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14" name="Line 38"/>
          <p:cNvSpPr>
            <a:spLocks noChangeShapeType="1"/>
          </p:cNvSpPr>
          <p:nvPr/>
        </p:nvSpPr>
        <p:spPr bwMode="auto">
          <a:xfrm>
            <a:off x="5575300" y="2686050"/>
            <a:ext cx="368300" cy="8191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15" name="Line 39"/>
          <p:cNvSpPr>
            <a:spLocks noChangeShapeType="1"/>
          </p:cNvSpPr>
          <p:nvPr/>
        </p:nvSpPr>
        <p:spPr bwMode="auto">
          <a:xfrm>
            <a:off x="6248400" y="2667000"/>
            <a:ext cx="876300" cy="8207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16" name="Rectangle 40"/>
          <p:cNvSpPr>
            <a:spLocks noChangeArrowheads="1"/>
          </p:cNvSpPr>
          <p:nvPr/>
        </p:nvSpPr>
        <p:spPr bwMode="auto">
          <a:xfrm>
            <a:off x="7924800" y="5715000"/>
            <a:ext cx="12192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74      78</a:t>
            </a:r>
          </a:p>
        </p:txBody>
      </p:sp>
      <p:sp>
        <p:nvSpPr>
          <p:cNvPr id="1074217" name="Rectangle 41"/>
          <p:cNvSpPr>
            <a:spLocks noChangeArrowheads="1"/>
          </p:cNvSpPr>
          <p:nvPr/>
        </p:nvSpPr>
        <p:spPr bwMode="auto">
          <a:xfrm>
            <a:off x="6553200" y="5715000"/>
            <a:ext cx="12192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61 62  66</a:t>
            </a:r>
          </a:p>
        </p:txBody>
      </p:sp>
      <p:sp>
        <p:nvSpPr>
          <p:cNvPr id="1074218" name="Text Box 42"/>
          <p:cNvSpPr txBox="1">
            <a:spLocks noChangeArrowheads="1"/>
          </p:cNvSpPr>
          <p:nvPr/>
        </p:nvSpPr>
        <p:spPr bwMode="auto">
          <a:xfrm>
            <a:off x="8382000" y="2743200"/>
            <a:ext cx="1556836" cy="369332"/>
          </a:xfrm>
          <a:prstGeom prst="rect">
            <a:avLst/>
          </a:prstGeom>
          <a:solidFill>
            <a:srgbClr val="FF66FF"/>
          </a:solidFill>
          <a:ln w="9525">
            <a:noFill/>
            <a:miter lim="800000"/>
            <a:headEnd/>
            <a:tailEnd/>
          </a:ln>
          <a:effectLst/>
        </p:spPr>
        <p:txBody>
          <a:bodyPr wrap="none">
            <a:spAutoFit/>
          </a:bodyPr>
          <a:lstStyle/>
          <a:p>
            <a:pPr algn="l"/>
            <a:r>
              <a:rPr lang="en-US" altLang="he-IL" b="1">
                <a:latin typeface="Times New Roman (Hebrew)" pitchFamily="18" charset="0"/>
              </a:rPr>
              <a:t>OVERFLOW</a:t>
            </a:r>
          </a:p>
        </p:txBody>
      </p:sp>
      <p:sp>
        <p:nvSpPr>
          <p:cNvPr id="1074219" name="Rectangle 43"/>
          <p:cNvSpPr>
            <a:spLocks noChangeArrowheads="1"/>
          </p:cNvSpPr>
          <p:nvPr/>
        </p:nvSpPr>
        <p:spPr bwMode="auto">
          <a:xfrm>
            <a:off x="4495800" y="4648200"/>
            <a:ext cx="28956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20    40      60     70    80</a:t>
            </a:r>
          </a:p>
        </p:txBody>
      </p:sp>
      <p:sp>
        <p:nvSpPr>
          <p:cNvPr id="1074220" name="Rectangle 44"/>
          <p:cNvSpPr>
            <a:spLocks noChangeArrowheads="1"/>
          </p:cNvSpPr>
          <p:nvPr/>
        </p:nvSpPr>
        <p:spPr bwMode="auto">
          <a:xfrm>
            <a:off x="1905000" y="5715000"/>
            <a:ext cx="2133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0    3    5    10  15</a:t>
            </a:r>
          </a:p>
        </p:txBody>
      </p:sp>
      <p:sp>
        <p:nvSpPr>
          <p:cNvPr id="1074221" name="Rectangle 45"/>
          <p:cNvSpPr>
            <a:spLocks noChangeArrowheads="1"/>
          </p:cNvSpPr>
          <p:nvPr/>
        </p:nvSpPr>
        <p:spPr bwMode="auto">
          <a:xfrm>
            <a:off x="4114800" y="57150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25    35</a:t>
            </a:r>
          </a:p>
        </p:txBody>
      </p:sp>
      <p:sp>
        <p:nvSpPr>
          <p:cNvPr id="1074222" name="Rectangle 46"/>
          <p:cNvSpPr>
            <a:spLocks noChangeArrowheads="1"/>
          </p:cNvSpPr>
          <p:nvPr/>
        </p:nvSpPr>
        <p:spPr bwMode="auto">
          <a:xfrm>
            <a:off x="5334000" y="57150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45    55</a:t>
            </a:r>
          </a:p>
        </p:txBody>
      </p:sp>
      <p:sp>
        <p:nvSpPr>
          <p:cNvPr id="1074223" name="Rectangle 47"/>
          <p:cNvSpPr>
            <a:spLocks noChangeArrowheads="1"/>
          </p:cNvSpPr>
          <p:nvPr/>
        </p:nvSpPr>
        <p:spPr bwMode="auto">
          <a:xfrm>
            <a:off x="9296400" y="57150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
        <p:nvSpPr>
          <p:cNvPr id="1074224" name="Line 48"/>
          <p:cNvSpPr>
            <a:spLocks noChangeShapeType="1"/>
          </p:cNvSpPr>
          <p:nvPr/>
        </p:nvSpPr>
        <p:spPr bwMode="auto">
          <a:xfrm>
            <a:off x="6626225" y="4856163"/>
            <a:ext cx="1563688" cy="8001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25" name="Line 49"/>
          <p:cNvSpPr>
            <a:spLocks noChangeShapeType="1"/>
          </p:cNvSpPr>
          <p:nvPr/>
        </p:nvSpPr>
        <p:spPr bwMode="auto">
          <a:xfrm>
            <a:off x="7239000" y="4876801"/>
            <a:ext cx="2057400" cy="811213"/>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26" name="Line 50"/>
          <p:cNvSpPr>
            <a:spLocks noChangeShapeType="1"/>
          </p:cNvSpPr>
          <p:nvPr/>
        </p:nvSpPr>
        <p:spPr bwMode="auto">
          <a:xfrm flipH="1">
            <a:off x="3048001" y="4975226"/>
            <a:ext cx="1598613" cy="73342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27" name="Line 51"/>
          <p:cNvSpPr>
            <a:spLocks noChangeShapeType="1"/>
          </p:cNvSpPr>
          <p:nvPr/>
        </p:nvSpPr>
        <p:spPr bwMode="auto">
          <a:xfrm flipH="1">
            <a:off x="4746626" y="4976814"/>
            <a:ext cx="257175" cy="738187"/>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28" name="Line 52"/>
          <p:cNvSpPr>
            <a:spLocks noChangeShapeType="1"/>
          </p:cNvSpPr>
          <p:nvPr/>
        </p:nvSpPr>
        <p:spPr bwMode="auto">
          <a:xfrm>
            <a:off x="5575300" y="4895850"/>
            <a:ext cx="368300" cy="8191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29" name="Line 53"/>
          <p:cNvSpPr>
            <a:spLocks noChangeShapeType="1"/>
          </p:cNvSpPr>
          <p:nvPr/>
        </p:nvSpPr>
        <p:spPr bwMode="auto">
          <a:xfrm>
            <a:off x="6070600" y="4854575"/>
            <a:ext cx="876300" cy="8207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4230" name="Text Box 54"/>
          <p:cNvSpPr txBox="1">
            <a:spLocks noChangeArrowheads="1"/>
          </p:cNvSpPr>
          <p:nvPr/>
        </p:nvSpPr>
        <p:spPr bwMode="auto">
          <a:xfrm>
            <a:off x="8153400" y="4495800"/>
            <a:ext cx="1148712" cy="369332"/>
          </a:xfrm>
          <a:prstGeom prst="rect">
            <a:avLst/>
          </a:prstGeom>
          <a:solidFill>
            <a:srgbClr val="CCFF99"/>
          </a:solidFill>
          <a:ln w="9525">
            <a:noFill/>
            <a:miter lim="800000"/>
            <a:headEnd/>
            <a:tailEnd/>
          </a:ln>
          <a:effectLst/>
        </p:spPr>
        <p:txBody>
          <a:bodyPr wrap="none">
            <a:spAutoFit/>
          </a:bodyPr>
          <a:lstStyle/>
          <a:p>
            <a:pPr algn="l"/>
            <a:r>
              <a:rPr lang="en-US" altLang="he-IL" b="1">
                <a:latin typeface="Times New Roman (Hebrew)" pitchFamily="18" charset="0"/>
              </a:rPr>
              <a:t>SPLIT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42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7417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7420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420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7420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7420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742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42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742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742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742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7420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742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742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742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742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742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742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742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742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742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742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742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742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742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7422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74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4179" grpId="0" animBg="1"/>
      <p:bldP spid="1074200" grpId="0" animBg="1"/>
      <p:bldP spid="1074205" grpId="0" animBg="1"/>
      <p:bldP spid="1074206" grpId="0" animBg="1"/>
      <p:bldP spid="1074207" grpId="0" animBg="1"/>
      <p:bldP spid="1074208" grpId="0" animBg="1"/>
      <p:bldP spid="1074209" grpId="0" animBg="1"/>
      <p:bldP spid="1074211" grpId="0" animBg="1"/>
      <p:bldP spid="1074212" grpId="0" animBg="1"/>
      <p:bldP spid="1074213" grpId="0" animBg="1"/>
      <p:bldP spid="1074214" grpId="0" animBg="1"/>
      <p:bldP spid="1074215" grpId="0" animBg="1"/>
      <p:bldP spid="1074216" grpId="0" animBg="1"/>
      <p:bldP spid="1074217" grpId="0" animBg="1"/>
      <p:bldP spid="1074218" grpId="0" animBg="1"/>
      <p:bldP spid="1074219" grpId="0" animBg="1"/>
      <p:bldP spid="1074220" grpId="0" animBg="1"/>
      <p:bldP spid="1074221" grpId="0" animBg="1"/>
      <p:bldP spid="1074222" grpId="0" animBg="1"/>
      <p:bldP spid="1074223" grpId="0" animBg="1"/>
      <p:bldP spid="1074224" grpId="0" animBg="1"/>
      <p:bldP spid="1074225" grpId="0" animBg="1"/>
      <p:bldP spid="1074226" grpId="0" animBg="1"/>
      <p:bldP spid="1074227" grpId="0" animBg="1"/>
      <p:bldP spid="1074228" grpId="0" animBg="1"/>
      <p:bldP spid="1074229" grpId="0" animBg="1"/>
      <p:bldP spid="107423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9" name="Text Box 5"/>
          <p:cNvSpPr txBox="1">
            <a:spLocks noChangeArrowheads="1"/>
          </p:cNvSpPr>
          <p:nvPr/>
        </p:nvSpPr>
        <p:spPr bwMode="auto">
          <a:xfrm>
            <a:off x="1905000" y="990600"/>
            <a:ext cx="1140056" cy="369332"/>
          </a:xfrm>
          <a:prstGeom prst="rect">
            <a:avLst/>
          </a:prstGeom>
          <a:solidFill>
            <a:srgbClr val="CCFF99"/>
          </a:solidFill>
          <a:ln w="9525">
            <a:noFill/>
            <a:miter lim="800000"/>
            <a:headEnd/>
            <a:tailEnd/>
          </a:ln>
          <a:effectLst/>
        </p:spPr>
        <p:txBody>
          <a:bodyPr wrap="none">
            <a:spAutoFit/>
          </a:bodyPr>
          <a:lstStyle/>
          <a:p>
            <a:pPr algn="l"/>
            <a:r>
              <a:rPr lang="en-US" altLang="he-IL" b="1">
                <a:latin typeface="Times New Roman (Hebrew)" pitchFamily="18" charset="0"/>
              </a:rPr>
              <a:t>Insert 38:</a:t>
            </a:r>
          </a:p>
        </p:txBody>
      </p:sp>
      <p:sp>
        <p:nvSpPr>
          <p:cNvPr id="1076264" name="Rectangle 40"/>
          <p:cNvSpPr>
            <a:spLocks noChangeArrowheads="1"/>
          </p:cNvSpPr>
          <p:nvPr/>
        </p:nvSpPr>
        <p:spPr bwMode="auto">
          <a:xfrm>
            <a:off x="7924800" y="18288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74      78</a:t>
            </a:r>
          </a:p>
        </p:txBody>
      </p:sp>
      <p:sp>
        <p:nvSpPr>
          <p:cNvPr id="1076265" name="Rectangle 41"/>
          <p:cNvSpPr>
            <a:spLocks noChangeArrowheads="1"/>
          </p:cNvSpPr>
          <p:nvPr/>
        </p:nvSpPr>
        <p:spPr bwMode="auto">
          <a:xfrm>
            <a:off x="6553200" y="18288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61  62 66</a:t>
            </a:r>
          </a:p>
        </p:txBody>
      </p:sp>
      <p:sp>
        <p:nvSpPr>
          <p:cNvPr id="1076266" name="Rectangle 42"/>
          <p:cNvSpPr>
            <a:spLocks noChangeArrowheads="1"/>
          </p:cNvSpPr>
          <p:nvPr/>
        </p:nvSpPr>
        <p:spPr bwMode="auto">
          <a:xfrm>
            <a:off x="4495800" y="762000"/>
            <a:ext cx="2895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20    40      60     70    80</a:t>
            </a:r>
          </a:p>
        </p:txBody>
      </p:sp>
      <p:sp>
        <p:nvSpPr>
          <p:cNvPr id="1076267" name="Rectangle 43"/>
          <p:cNvSpPr>
            <a:spLocks noChangeArrowheads="1"/>
          </p:cNvSpPr>
          <p:nvPr/>
        </p:nvSpPr>
        <p:spPr bwMode="auto">
          <a:xfrm>
            <a:off x="1905000" y="1828800"/>
            <a:ext cx="2133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0    3    5   10  15</a:t>
            </a:r>
          </a:p>
        </p:txBody>
      </p:sp>
      <p:sp>
        <p:nvSpPr>
          <p:cNvPr id="1076268" name="Rectangle 44"/>
          <p:cNvSpPr>
            <a:spLocks noChangeArrowheads="1"/>
          </p:cNvSpPr>
          <p:nvPr/>
        </p:nvSpPr>
        <p:spPr bwMode="auto">
          <a:xfrm>
            <a:off x="4114800" y="18288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25    35</a:t>
            </a:r>
          </a:p>
        </p:txBody>
      </p:sp>
      <p:sp>
        <p:nvSpPr>
          <p:cNvPr id="1076269" name="Rectangle 45"/>
          <p:cNvSpPr>
            <a:spLocks noChangeArrowheads="1"/>
          </p:cNvSpPr>
          <p:nvPr/>
        </p:nvSpPr>
        <p:spPr bwMode="auto">
          <a:xfrm>
            <a:off x="5334000" y="18288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45    55</a:t>
            </a:r>
          </a:p>
        </p:txBody>
      </p:sp>
      <p:sp>
        <p:nvSpPr>
          <p:cNvPr id="1076270" name="Rectangle 46"/>
          <p:cNvSpPr>
            <a:spLocks noChangeArrowheads="1"/>
          </p:cNvSpPr>
          <p:nvPr/>
        </p:nvSpPr>
        <p:spPr bwMode="auto">
          <a:xfrm>
            <a:off x="9296400" y="18288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
        <p:nvSpPr>
          <p:cNvPr id="1076271" name="Line 47"/>
          <p:cNvSpPr>
            <a:spLocks noChangeShapeType="1"/>
          </p:cNvSpPr>
          <p:nvPr/>
        </p:nvSpPr>
        <p:spPr bwMode="auto">
          <a:xfrm>
            <a:off x="6626225" y="969963"/>
            <a:ext cx="1563688" cy="8001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72" name="Line 48"/>
          <p:cNvSpPr>
            <a:spLocks noChangeShapeType="1"/>
          </p:cNvSpPr>
          <p:nvPr/>
        </p:nvSpPr>
        <p:spPr bwMode="auto">
          <a:xfrm>
            <a:off x="7239000" y="990601"/>
            <a:ext cx="2057400" cy="811213"/>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73" name="Line 49"/>
          <p:cNvSpPr>
            <a:spLocks noChangeShapeType="1"/>
          </p:cNvSpPr>
          <p:nvPr/>
        </p:nvSpPr>
        <p:spPr bwMode="auto">
          <a:xfrm flipH="1">
            <a:off x="3048001" y="1089026"/>
            <a:ext cx="1598613" cy="73342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74" name="Line 50"/>
          <p:cNvSpPr>
            <a:spLocks noChangeShapeType="1"/>
          </p:cNvSpPr>
          <p:nvPr/>
        </p:nvSpPr>
        <p:spPr bwMode="auto">
          <a:xfrm flipH="1">
            <a:off x="4746626" y="1090614"/>
            <a:ext cx="257175" cy="738187"/>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75" name="Line 51"/>
          <p:cNvSpPr>
            <a:spLocks noChangeShapeType="1"/>
          </p:cNvSpPr>
          <p:nvPr/>
        </p:nvSpPr>
        <p:spPr bwMode="auto">
          <a:xfrm>
            <a:off x="5575300" y="1009650"/>
            <a:ext cx="368300" cy="8191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76" name="Line 52"/>
          <p:cNvSpPr>
            <a:spLocks noChangeShapeType="1"/>
          </p:cNvSpPr>
          <p:nvPr/>
        </p:nvSpPr>
        <p:spPr bwMode="auto">
          <a:xfrm>
            <a:off x="6070600" y="968375"/>
            <a:ext cx="876300" cy="8207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79" name="Rectangle 55"/>
          <p:cNvSpPr>
            <a:spLocks noChangeArrowheads="1"/>
          </p:cNvSpPr>
          <p:nvPr/>
        </p:nvSpPr>
        <p:spPr bwMode="auto">
          <a:xfrm>
            <a:off x="8077200" y="49530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74      78</a:t>
            </a:r>
          </a:p>
        </p:txBody>
      </p:sp>
      <p:sp>
        <p:nvSpPr>
          <p:cNvPr id="1076280" name="Rectangle 56"/>
          <p:cNvSpPr>
            <a:spLocks noChangeArrowheads="1"/>
          </p:cNvSpPr>
          <p:nvPr/>
        </p:nvSpPr>
        <p:spPr bwMode="auto">
          <a:xfrm>
            <a:off x="6705600" y="49530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61 62 66</a:t>
            </a:r>
          </a:p>
        </p:txBody>
      </p:sp>
      <p:sp>
        <p:nvSpPr>
          <p:cNvPr id="1076281" name="Rectangle 57"/>
          <p:cNvSpPr>
            <a:spLocks noChangeArrowheads="1"/>
          </p:cNvSpPr>
          <p:nvPr/>
        </p:nvSpPr>
        <p:spPr bwMode="auto">
          <a:xfrm>
            <a:off x="4648200" y="3886200"/>
            <a:ext cx="2895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20    40      60     70    80</a:t>
            </a:r>
          </a:p>
        </p:txBody>
      </p:sp>
      <p:sp>
        <p:nvSpPr>
          <p:cNvPr id="1076282" name="Rectangle 58"/>
          <p:cNvSpPr>
            <a:spLocks noChangeArrowheads="1"/>
          </p:cNvSpPr>
          <p:nvPr/>
        </p:nvSpPr>
        <p:spPr bwMode="auto">
          <a:xfrm>
            <a:off x="1676400" y="4953000"/>
            <a:ext cx="2133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0    3    5   10  15</a:t>
            </a:r>
          </a:p>
        </p:txBody>
      </p:sp>
      <p:sp>
        <p:nvSpPr>
          <p:cNvPr id="1076283" name="Rectangle 59"/>
          <p:cNvSpPr>
            <a:spLocks noChangeArrowheads="1"/>
          </p:cNvSpPr>
          <p:nvPr/>
        </p:nvSpPr>
        <p:spPr bwMode="auto">
          <a:xfrm>
            <a:off x="3962400" y="4953000"/>
            <a:ext cx="1295400" cy="457200"/>
          </a:xfrm>
          <a:prstGeom prst="rect">
            <a:avLst/>
          </a:prstGeom>
          <a:solidFill>
            <a:srgbClr val="FF00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25  35  38</a:t>
            </a:r>
          </a:p>
        </p:txBody>
      </p:sp>
      <p:sp>
        <p:nvSpPr>
          <p:cNvPr id="1076284" name="Rectangle 60"/>
          <p:cNvSpPr>
            <a:spLocks noChangeArrowheads="1"/>
          </p:cNvSpPr>
          <p:nvPr/>
        </p:nvSpPr>
        <p:spPr bwMode="auto">
          <a:xfrm>
            <a:off x="5486400" y="49530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45      55</a:t>
            </a:r>
          </a:p>
        </p:txBody>
      </p:sp>
      <p:sp>
        <p:nvSpPr>
          <p:cNvPr id="1076285" name="Rectangle 61"/>
          <p:cNvSpPr>
            <a:spLocks noChangeArrowheads="1"/>
          </p:cNvSpPr>
          <p:nvPr/>
        </p:nvSpPr>
        <p:spPr bwMode="auto">
          <a:xfrm>
            <a:off x="9448800" y="49530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
        <p:nvSpPr>
          <p:cNvPr id="1076286" name="Line 62"/>
          <p:cNvSpPr>
            <a:spLocks noChangeShapeType="1"/>
          </p:cNvSpPr>
          <p:nvPr/>
        </p:nvSpPr>
        <p:spPr bwMode="auto">
          <a:xfrm>
            <a:off x="6778625" y="4094163"/>
            <a:ext cx="1563688" cy="8001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87" name="Line 63"/>
          <p:cNvSpPr>
            <a:spLocks noChangeShapeType="1"/>
          </p:cNvSpPr>
          <p:nvPr/>
        </p:nvSpPr>
        <p:spPr bwMode="auto">
          <a:xfrm>
            <a:off x="7391400" y="4114801"/>
            <a:ext cx="2057400" cy="811213"/>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88" name="Line 64"/>
          <p:cNvSpPr>
            <a:spLocks noChangeShapeType="1"/>
          </p:cNvSpPr>
          <p:nvPr/>
        </p:nvSpPr>
        <p:spPr bwMode="auto">
          <a:xfrm flipH="1">
            <a:off x="3200401" y="4213226"/>
            <a:ext cx="1598613" cy="73342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89" name="Line 65"/>
          <p:cNvSpPr>
            <a:spLocks noChangeShapeType="1"/>
          </p:cNvSpPr>
          <p:nvPr/>
        </p:nvSpPr>
        <p:spPr bwMode="auto">
          <a:xfrm flipH="1">
            <a:off x="4876801" y="4191000"/>
            <a:ext cx="257175" cy="73818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90" name="Line 66"/>
          <p:cNvSpPr>
            <a:spLocks noChangeShapeType="1"/>
          </p:cNvSpPr>
          <p:nvPr/>
        </p:nvSpPr>
        <p:spPr bwMode="auto">
          <a:xfrm>
            <a:off x="5727700" y="4133850"/>
            <a:ext cx="368300" cy="8191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6291" name="Line 67"/>
          <p:cNvSpPr>
            <a:spLocks noChangeShapeType="1"/>
          </p:cNvSpPr>
          <p:nvPr/>
        </p:nvSpPr>
        <p:spPr bwMode="auto">
          <a:xfrm>
            <a:off x="6223000" y="4092575"/>
            <a:ext cx="876300" cy="820738"/>
          </a:xfrm>
          <a:prstGeom prst="line">
            <a:avLst/>
          </a:prstGeom>
          <a:noFill/>
          <a:ln w="9525">
            <a:solidFill>
              <a:schemeClr val="tx1"/>
            </a:solidFill>
            <a:round/>
            <a:headEnd/>
            <a:tailEnd type="triangle" w="med" len="med"/>
          </a:ln>
          <a:effectLst/>
        </p:spPr>
        <p:txBody>
          <a:bodyPr wrap="none" anchor="ctr"/>
          <a:lstStyle/>
          <a:p>
            <a:endParaRPr lang="he-IL"/>
          </a:p>
        </p:txBody>
      </p:sp>
      <p:graphicFrame>
        <p:nvGraphicFramePr>
          <p:cNvPr id="1076292" name="Object 68"/>
          <p:cNvGraphicFramePr>
            <a:graphicFrameLocks noChangeAspect="1"/>
          </p:cNvGraphicFramePr>
          <p:nvPr/>
        </p:nvGraphicFramePr>
        <p:xfrm>
          <a:off x="8458200" y="228601"/>
          <a:ext cx="1860550" cy="485775"/>
        </p:xfrm>
        <a:graphic>
          <a:graphicData uri="http://schemas.openxmlformats.org/presentationml/2006/ole">
            <mc:AlternateContent xmlns:mc="http://schemas.openxmlformats.org/markup-compatibility/2006">
              <mc:Choice xmlns:v="urn:schemas-microsoft-com:vml" Requires="v">
                <p:oleObj name="Equation" r:id="rId3" imgW="774360" imgH="203040" progId="Equation.DSMT4">
                  <p:embed/>
                </p:oleObj>
              </mc:Choice>
              <mc:Fallback>
                <p:oleObj name="Equation" r:id="rId3" imgW="774360" imgH="203040" progId="Equation.DSMT4">
                  <p:embed/>
                  <p:pic>
                    <p:nvPicPr>
                      <p:cNvPr id="1076292" name="Object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8200" y="228601"/>
                        <a:ext cx="1860550" cy="485775"/>
                      </a:xfrm>
                      <a:prstGeom prst="rect">
                        <a:avLst/>
                      </a:prstGeom>
                      <a:solidFill>
                        <a:srgbClr val="CCFF99"/>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6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62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62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7628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7628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762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628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7628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7628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7629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7629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7628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762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76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229" grpId="0" animBg="1"/>
      <p:bldP spid="1076279" grpId="0" animBg="1"/>
      <p:bldP spid="1076280" grpId="0" animBg="1"/>
      <p:bldP spid="1076281" grpId="0" animBg="1"/>
      <p:bldP spid="1076282" grpId="0" animBg="1"/>
      <p:bldP spid="1076283" grpId="0" animBg="1"/>
      <p:bldP spid="1076284" grpId="0" animBg="1"/>
      <p:bldP spid="1076285" grpId="0" animBg="1"/>
      <p:bldP spid="1076286" grpId="0" animBg="1"/>
      <p:bldP spid="1076287" grpId="0" animBg="1"/>
      <p:bldP spid="1076288" grpId="0" animBg="1"/>
      <p:bldP spid="1076289" grpId="0" animBg="1"/>
      <p:bldP spid="1076290" grpId="0" animBg="1"/>
      <p:bldP spid="107629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96" name="Rectangle 68"/>
          <p:cNvSpPr>
            <a:spLocks noChangeArrowheads="1"/>
          </p:cNvSpPr>
          <p:nvPr/>
        </p:nvSpPr>
        <p:spPr bwMode="auto">
          <a:xfrm>
            <a:off x="4800600" y="4724400"/>
            <a:ext cx="2895600" cy="457200"/>
          </a:xfrm>
          <a:prstGeom prst="rect">
            <a:avLst/>
          </a:prstGeom>
          <a:solidFill>
            <a:srgbClr val="FF00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 5  20    40   60   70   80</a:t>
            </a:r>
          </a:p>
        </p:txBody>
      </p:sp>
      <p:sp>
        <p:nvSpPr>
          <p:cNvPr id="1072136" name="Text Box 8"/>
          <p:cNvSpPr txBox="1">
            <a:spLocks noChangeArrowheads="1"/>
          </p:cNvSpPr>
          <p:nvPr/>
        </p:nvSpPr>
        <p:spPr bwMode="auto">
          <a:xfrm>
            <a:off x="2286000" y="381000"/>
            <a:ext cx="1082348" cy="369332"/>
          </a:xfrm>
          <a:prstGeom prst="rect">
            <a:avLst/>
          </a:prstGeom>
          <a:solidFill>
            <a:srgbClr val="CCFF99"/>
          </a:solidFill>
          <a:ln w="9525">
            <a:noFill/>
            <a:miter lim="800000"/>
            <a:headEnd/>
            <a:tailEnd/>
          </a:ln>
          <a:effectLst/>
        </p:spPr>
        <p:txBody>
          <a:bodyPr wrap="none">
            <a:spAutoFit/>
          </a:bodyPr>
          <a:lstStyle/>
          <a:p>
            <a:pPr algn="l"/>
            <a:r>
              <a:rPr lang="en-US" altLang="he-IL" b="1">
                <a:latin typeface="Times New Roman (Hebrew)" pitchFamily="18" charset="0"/>
              </a:rPr>
              <a:t>Insert  4:</a:t>
            </a:r>
          </a:p>
        </p:txBody>
      </p:sp>
      <p:sp>
        <p:nvSpPr>
          <p:cNvPr id="1072137" name="Line 9"/>
          <p:cNvSpPr>
            <a:spLocks noChangeShapeType="1"/>
          </p:cNvSpPr>
          <p:nvPr/>
        </p:nvSpPr>
        <p:spPr bwMode="auto">
          <a:xfrm flipH="1">
            <a:off x="2438400" y="4953000"/>
            <a:ext cx="2438400" cy="7620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47" name="Rectangle 19"/>
          <p:cNvSpPr>
            <a:spLocks noChangeArrowheads="1"/>
          </p:cNvSpPr>
          <p:nvPr/>
        </p:nvSpPr>
        <p:spPr bwMode="auto">
          <a:xfrm>
            <a:off x="1676400" y="5715000"/>
            <a:ext cx="12192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0    3    4</a:t>
            </a:r>
          </a:p>
        </p:txBody>
      </p:sp>
      <p:sp>
        <p:nvSpPr>
          <p:cNvPr id="1072148" name="Rectangle 20"/>
          <p:cNvSpPr>
            <a:spLocks noChangeArrowheads="1"/>
          </p:cNvSpPr>
          <p:nvPr/>
        </p:nvSpPr>
        <p:spPr bwMode="auto">
          <a:xfrm>
            <a:off x="4270375" y="5791200"/>
            <a:ext cx="11430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25 35 38</a:t>
            </a:r>
          </a:p>
        </p:txBody>
      </p:sp>
      <p:sp>
        <p:nvSpPr>
          <p:cNvPr id="1072149" name="Rectangle 21"/>
          <p:cNvSpPr>
            <a:spLocks noChangeArrowheads="1"/>
          </p:cNvSpPr>
          <p:nvPr/>
        </p:nvSpPr>
        <p:spPr bwMode="auto">
          <a:xfrm>
            <a:off x="5565775" y="57912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45    55</a:t>
            </a:r>
          </a:p>
        </p:txBody>
      </p:sp>
      <p:sp>
        <p:nvSpPr>
          <p:cNvPr id="1072150" name="Rectangle 22"/>
          <p:cNvSpPr>
            <a:spLocks noChangeArrowheads="1"/>
          </p:cNvSpPr>
          <p:nvPr/>
        </p:nvSpPr>
        <p:spPr bwMode="auto">
          <a:xfrm>
            <a:off x="6781800" y="57912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61  62 66</a:t>
            </a:r>
          </a:p>
        </p:txBody>
      </p:sp>
      <p:sp>
        <p:nvSpPr>
          <p:cNvPr id="1072151" name="Rectangle 23"/>
          <p:cNvSpPr>
            <a:spLocks noChangeArrowheads="1"/>
          </p:cNvSpPr>
          <p:nvPr/>
        </p:nvSpPr>
        <p:spPr bwMode="auto">
          <a:xfrm>
            <a:off x="9448800" y="5776913"/>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  </a:t>
            </a:r>
          </a:p>
        </p:txBody>
      </p:sp>
      <p:sp>
        <p:nvSpPr>
          <p:cNvPr id="1072152" name="Rectangle 24"/>
          <p:cNvSpPr>
            <a:spLocks noChangeArrowheads="1"/>
          </p:cNvSpPr>
          <p:nvPr/>
        </p:nvSpPr>
        <p:spPr bwMode="auto">
          <a:xfrm>
            <a:off x="8153400" y="57912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74      78    </a:t>
            </a:r>
          </a:p>
        </p:txBody>
      </p:sp>
      <p:sp>
        <p:nvSpPr>
          <p:cNvPr id="1072156" name="Rectangle 28"/>
          <p:cNvSpPr>
            <a:spLocks noChangeArrowheads="1"/>
          </p:cNvSpPr>
          <p:nvPr/>
        </p:nvSpPr>
        <p:spPr bwMode="auto">
          <a:xfrm>
            <a:off x="3200400" y="5791200"/>
            <a:ext cx="8382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10 15</a:t>
            </a:r>
          </a:p>
        </p:txBody>
      </p:sp>
      <p:sp>
        <p:nvSpPr>
          <p:cNvPr id="1072162" name="Line 34"/>
          <p:cNvSpPr>
            <a:spLocks noChangeShapeType="1"/>
          </p:cNvSpPr>
          <p:nvPr/>
        </p:nvSpPr>
        <p:spPr bwMode="auto">
          <a:xfrm>
            <a:off x="6781800" y="5029200"/>
            <a:ext cx="685800" cy="6858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63" name="Line 35"/>
          <p:cNvSpPr>
            <a:spLocks noChangeShapeType="1"/>
          </p:cNvSpPr>
          <p:nvPr/>
        </p:nvSpPr>
        <p:spPr bwMode="auto">
          <a:xfrm>
            <a:off x="7315201" y="5029200"/>
            <a:ext cx="1482725" cy="8842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64" name="Line 36"/>
          <p:cNvSpPr>
            <a:spLocks noChangeShapeType="1"/>
          </p:cNvSpPr>
          <p:nvPr/>
        </p:nvSpPr>
        <p:spPr bwMode="auto">
          <a:xfrm>
            <a:off x="7543800" y="5029200"/>
            <a:ext cx="2317750" cy="7429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65" name="Line 37"/>
          <p:cNvSpPr>
            <a:spLocks noChangeShapeType="1"/>
          </p:cNvSpPr>
          <p:nvPr/>
        </p:nvSpPr>
        <p:spPr bwMode="auto">
          <a:xfrm flipH="1">
            <a:off x="5029200" y="5029200"/>
            <a:ext cx="457200" cy="6858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66" name="Line 38"/>
          <p:cNvSpPr>
            <a:spLocks noChangeShapeType="1"/>
          </p:cNvSpPr>
          <p:nvPr/>
        </p:nvSpPr>
        <p:spPr bwMode="auto">
          <a:xfrm>
            <a:off x="6096000" y="5029200"/>
            <a:ext cx="0" cy="7620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67" name="Line 39"/>
          <p:cNvSpPr>
            <a:spLocks noChangeShapeType="1"/>
          </p:cNvSpPr>
          <p:nvPr/>
        </p:nvSpPr>
        <p:spPr bwMode="auto">
          <a:xfrm flipH="1">
            <a:off x="3657600" y="5029200"/>
            <a:ext cx="1447800" cy="7620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68" name="Rectangle 40"/>
          <p:cNvSpPr>
            <a:spLocks noChangeArrowheads="1"/>
          </p:cNvSpPr>
          <p:nvPr/>
        </p:nvSpPr>
        <p:spPr bwMode="auto">
          <a:xfrm>
            <a:off x="7924800" y="16764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74      78</a:t>
            </a:r>
          </a:p>
        </p:txBody>
      </p:sp>
      <p:sp>
        <p:nvSpPr>
          <p:cNvPr id="1072169" name="Rectangle 41"/>
          <p:cNvSpPr>
            <a:spLocks noChangeArrowheads="1"/>
          </p:cNvSpPr>
          <p:nvPr/>
        </p:nvSpPr>
        <p:spPr bwMode="auto">
          <a:xfrm>
            <a:off x="6553200" y="16764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61  62 66</a:t>
            </a:r>
          </a:p>
        </p:txBody>
      </p:sp>
      <p:sp>
        <p:nvSpPr>
          <p:cNvPr id="1072170" name="Rectangle 42"/>
          <p:cNvSpPr>
            <a:spLocks noChangeArrowheads="1"/>
          </p:cNvSpPr>
          <p:nvPr/>
        </p:nvSpPr>
        <p:spPr bwMode="auto">
          <a:xfrm>
            <a:off x="4495800" y="609600"/>
            <a:ext cx="2895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20    40      60     70    80</a:t>
            </a:r>
          </a:p>
        </p:txBody>
      </p:sp>
      <p:sp>
        <p:nvSpPr>
          <p:cNvPr id="1072171" name="Rectangle 43"/>
          <p:cNvSpPr>
            <a:spLocks noChangeArrowheads="1"/>
          </p:cNvSpPr>
          <p:nvPr/>
        </p:nvSpPr>
        <p:spPr bwMode="auto">
          <a:xfrm>
            <a:off x="1676400" y="3505200"/>
            <a:ext cx="2209800" cy="457200"/>
          </a:xfrm>
          <a:prstGeom prst="rect">
            <a:avLst/>
          </a:prstGeom>
          <a:solidFill>
            <a:srgbClr val="FF00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0    3  4   5  10 15</a:t>
            </a:r>
          </a:p>
        </p:txBody>
      </p:sp>
      <p:sp>
        <p:nvSpPr>
          <p:cNvPr id="1072172" name="Rectangle 44"/>
          <p:cNvSpPr>
            <a:spLocks noChangeArrowheads="1"/>
          </p:cNvSpPr>
          <p:nvPr/>
        </p:nvSpPr>
        <p:spPr bwMode="auto">
          <a:xfrm>
            <a:off x="3810000" y="1676400"/>
            <a:ext cx="12954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25    35 38</a:t>
            </a:r>
          </a:p>
        </p:txBody>
      </p:sp>
      <p:sp>
        <p:nvSpPr>
          <p:cNvPr id="1072173" name="Rectangle 45"/>
          <p:cNvSpPr>
            <a:spLocks noChangeArrowheads="1"/>
          </p:cNvSpPr>
          <p:nvPr/>
        </p:nvSpPr>
        <p:spPr bwMode="auto">
          <a:xfrm>
            <a:off x="5334000" y="16764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45    55</a:t>
            </a:r>
          </a:p>
        </p:txBody>
      </p:sp>
      <p:sp>
        <p:nvSpPr>
          <p:cNvPr id="1072174" name="Rectangle 46"/>
          <p:cNvSpPr>
            <a:spLocks noChangeArrowheads="1"/>
          </p:cNvSpPr>
          <p:nvPr/>
        </p:nvSpPr>
        <p:spPr bwMode="auto">
          <a:xfrm>
            <a:off x="9296400" y="16764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
        <p:nvSpPr>
          <p:cNvPr id="1072175" name="Line 47"/>
          <p:cNvSpPr>
            <a:spLocks noChangeShapeType="1"/>
          </p:cNvSpPr>
          <p:nvPr/>
        </p:nvSpPr>
        <p:spPr bwMode="auto">
          <a:xfrm>
            <a:off x="6626225" y="817563"/>
            <a:ext cx="1563688" cy="8001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76" name="Line 48"/>
          <p:cNvSpPr>
            <a:spLocks noChangeShapeType="1"/>
          </p:cNvSpPr>
          <p:nvPr/>
        </p:nvSpPr>
        <p:spPr bwMode="auto">
          <a:xfrm>
            <a:off x="7239000" y="838201"/>
            <a:ext cx="2057400" cy="811213"/>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77" name="Line 49"/>
          <p:cNvSpPr>
            <a:spLocks noChangeShapeType="1"/>
          </p:cNvSpPr>
          <p:nvPr/>
        </p:nvSpPr>
        <p:spPr bwMode="auto">
          <a:xfrm flipH="1">
            <a:off x="3048001" y="936626"/>
            <a:ext cx="1598613" cy="73342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78" name="Line 50"/>
          <p:cNvSpPr>
            <a:spLocks noChangeShapeType="1"/>
          </p:cNvSpPr>
          <p:nvPr/>
        </p:nvSpPr>
        <p:spPr bwMode="auto">
          <a:xfrm flipH="1">
            <a:off x="4724401" y="914400"/>
            <a:ext cx="257175" cy="73818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79" name="Line 51"/>
          <p:cNvSpPr>
            <a:spLocks noChangeShapeType="1"/>
          </p:cNvSpPr>
          <p:nvPr/>
        </p:nvSpPr>
        <p:spPr bwMode="auto">
          <a:xfrm>
            <a:off x="5575300" y="857250"/>
            <a:ext cx="368300" cy="8191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80" name="Line 52"/>
          <p:cNvSpPr>
            <a:spLocks noChangeShapeType="1"/>
          </p:cNvSpPr>
          <p:nvPr/>
        </p:nvSpPr>
        <p:spPr bwMode="auto">
          <a:xfrm>
            <a:off x="6070600" y="815975"/>
            <a:ext cx="876300" cy="8207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81" name="Rectangle 53"/>
          <p:cNvSpPr>
            <a:spLocks noChangeArrowheads="1"/>
          </p:cNvSpPr>
          <p:nvPr/>
        </p:nvSpPr>
        <p:spPr bwMode="auto">
          <a:xfrm>
            <a:off x="8077200" y="35052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74      78</a:t>
            </a:r>
          </a:p>
        </p:txBody>
      </p:sp>
      <p:sp>
        <p:nvSpPr>
          <p:cNvPr id="1072182" name="Rectangle 54"/>
          <p:cNvSpPr>
            <a:spLocks noChangeArrowheads="1"/>
          </p:cNvSpPr>
          <p:nvPr/>
        </p:nvSpPr>
        <p:spPr bwMode="auto">
          <a:xfrm>
            <a:off x="6705600" y="35052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61 62  66</a:t>
            </a:r>
          </a:p>
        </p:txBody>
      </p:sp>
      <p:sp>
        <p:nvSpPr>
          <p:cNvPr id="1072183" name="Rectangle 55"/>
          <p:cNvSpPr>
            <a:spLocks noChangeArrowheads="1"/>
          </p:cNvSpPr>
          <p:nvPr/>
        </p:nvSpPr>
        <p:spPr bwMode="auto">
          <a:xfrm>
            <a:off x="4648200" y="2438400"/>
            <a:ext cx="2895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20    40      60     70    80</a:t>
            </a:r>
          </a:p>
        </p:txBody>
      </p:sp>
      <p:sp>
        <p:nvSpPr>
          <p:cNvPr id="1072184" name="Rectangle 56"/>
          <p:cNvSpPr>
            <a:spLocks noChangeArrowheads="1"/>
          </p:cNvSpPr>
          <p:nvPr/>
        </p:nvSpPr>
        <p:spPr bwMode="auto">
          <a:xfrm>
            <a:off x="3962400" y="3505200"/>
            <a:ext cx="12954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25    35 38</a:t>
            </a:r>
          </a:p>
        </p:txBody>
      </p:sp>
      <p:sp>
        <p:nvSpPr>
          <p:cNvPr id="1072185" name="Rectangle 57"/>
          <p:cNvSpPr>
            <a:spLocks noChangeArrowheads="1"/>
          </p:cNvSpPr>
          <p:nvPr/>
        </p:nvSpPr>
        <p:spPr bwMode="auto">
          <a:xfrm>
            <a:off x="5486400" y="35052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45    55</a:t>
            </a:r>
          </a:p>
        </p:txBody>
      </p:sp>
      <p:sp>
        <p:nvSpPr>
          <p:cNvPr id="1072186" name="Rectangle 58"/>
          <p:cNvSpPr>
            <a:spLocks noChangeArrowheads="1"/>
          </p:cNvSpPr>
          <p:nvPr/>
        </p:nvSpPr>
        <p:spPr bwMode="auto">
          <a:xfrm>
            <a:off x="9448800" y="35052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
        <p:nvSpPr>
          <p:cNvPr id="1072187" name="Line 59"/>
          <p:cNvSpPr>
            <a:spLocks noChangeShapeType="1"/>
          </p:cNvSpPr>
          <p:nvPr/>
        </p:nvSpPr>
        <p:spPr bwMode="auto">
          <a:xfrm>
            <a:off x="6778625" y="2646363"/>
            <a:ext cx="1563688" cy="8001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88" name="Line 60"/>
          <p:cNvSpPr>
            <a:spLocks noChangeShapeType="1"/>
          </p:cNvSpPr>
          <p:nvPr/>
        </p:nvSpPr>
        <p:spPr bwMode="auto">
          <a:xfrm>
            <a:off x="7391400" y="2667001"/>
            <a:ext cx="2057400" cy="811213"/>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89" name="Line 61"/>
          <p:cNvSpPr>
            <a:spLocks noChangeShapeType="1"/>
          </p:cNvSpPr>
          <p:nvPr/>
        </p:nvSpPr>
        <p:spPr bwMode="auto">
          <a:xfrm flipH="1">
            <a:off x="3200401" y="2765426"/>
            <a:ext cx="1598613" cy="733425"/>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90" name="Line 62"/>
          <p:cNvSpPr>
            <a:spLocks noChangeShapeType="1"/>
          </p:cNvSpPr>
          <p:nvPr/>
        </p:nvSpPr>
        <p:spPr bwMode="auto">
          <a:xfrm flipH="1">
            <a:off x="4876801" y="2743200"/>
            <a:ext cx="257175" cy="73818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91" name="Line 63"/>
          <p:cNvSpPr>
            <a:spLocks noChangeShapeType="1"/>
          </p:cNvSpPr>
          <p:nvPr/>
        </p:nvSpPr>
        <p:spPr bwMode="auto">
          <a:xfrm>
            <a:off x="5727700" y="2686050"/>
            <a:ext cx="368300" cy="8191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92" name="Line 64"/>
          <p:cNvSpPr>
            <a:spLocks noChangeShapeType="1"/>
          </p:cNvSpPr>
          <p:nvPr/>
        </p:nvSpPr>
        <p:spPr bwMode="auto">
          <a:xfrm>
            <a:off x="6223000" y="2644775"/>
            <a:ext cx="876300" cy="8207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2193" name="Text Box 65"/>
          <p:cNvSpPr txBox="1">
            <a:spLocks noChangeArrowheads="1"/>
          </p:cNvSpPr>
          <p:nvPr/>
        </p:nvSpPr>
        <p:spPr bwMode="auto">
          <a:xfrm>
            <a:off x="8153400" y="4572000"/>
            <a:ext cx="1556836" cy="369332"/>
          </a:xfrm>
          <a:prstGeom prst="rect">
            <a:avLst/>
          </a:prstGeom>
          <a:solidFill>
            <a:srgbClr val="FF66FF"/>
          </a:solidFill>
          <a:ln w="9525">
            <a:noFill/>
            <a:miter lim="800000"/>
            <a:headEnd/>
            <a:tailEnd/>
          </a:ln>
          <a:effectLst/>
        </p:spPr>
        <p:txBody>
          <a:bodyPr wrap="none">
            <a:spAutoFit/>
          </a:bodyPr>
          <a:lstStyle/>
          <a:p>
            <a:pPr algn="l"/>
            <a:r>
              <a:rPr lang="en-US" altLang="he-IL" b="1">
                <a:latin typeface="Times New Roman (Hebrew)" pitchFamily="18" charset="0"/>
              </a:rPr>
              <a:t>OVERFLOW</a:t>
            </a:r>
          </a:p>
        </p:txBody>
      </p:sp>
      <p:sp>
        <p:nvSpPr>
          <p:cNvPr id="1072194" name="Rectangle 66"/>
          <p:cNvSpPr>
            <a:spLocks noChangeArrowheads="1"/>
          </p:cNvSpPr>
          <p:nvPr/>
        </p:nvSpPr>
        <p:spPr bwMode="auto">
          <a:xfrm>
            <a:off x="1524000" y="1676400"/>
            <a:ext cx="2133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0    3    5   10  15</a:t>
            </a:r>
          </a:p>
        </p:txBody>
      </p:sp>
      <p:sp>
        <p:nvSpPr>
          <p:cNvPr id="1072195" name="Text Box 67"/>
          <p:cNvSpPr txBox="1">
            <a:spLocks noChangeArrowheads="1"/>
          </p:cNvSpPr>
          <p:nvPr/>
        </p:nvSpPr>
        <p:spPr bwMode="auto">
          <a:xfrm>
            <a:off x="1828800" y="4419600"/>
            <a:ext cx="1148712" cy="369332"/>
          </a:xfrm>
          <a:prstGeom prst="rect">
            <a:avLst/>
          </a:prstGeom>
          <a:solidFill>
            <a:srgbClr val="CCFF99"/>
          </a:solidFill>
          <a:ln w="9525">
            <a:noFill/>
            <a:miter lim="800000"/>
            <a:headEnd/>
            <a:tailEnd/>
          </a:ln>
          <a:effectLst/>
        </p:spPr>
        <p:txBody>
          <a:bodyPr wrap="none">
            <a:spAutoFit/>
          </a:bodyPr>
          <a:lstStyle/>
          <a:p>
            <a:pPr algn="l"/>
            <a:r>
              <a:rPr lang="en-US" altLang="he-IL" b="1">
                <a:latin typeface="Times New Roman (Hebrew)" pitchFamily="18" charset="0"/>
              </a:rPr>
              <a:t>SPLIT IT</a:t>
            </a:r>
          </a:p>
        </p:txBody>
      </p:sp>
      <p:sp>
        <p:nvSpPr>
          <p:cNvPr id="1072197" name="Text Box 69"/>
          <p:cNvSpPr txBox="1">
            <a:spLocks noChangeArrowheads="1"/>
          </p:cNvSpPr>
          <p:nvPr/>
        </p:nvSpPr>
        <p:spPr bwMode="auto">
          <a:xfrm>
            <a:off x="1752600" y="2743200"/>
            <a:ext cx="1556836" cy="369332"/>
          </a:xfrm>
          <a:prstGeom prst="rect">
            <a:avLst/>
          </a:prstGeom>
          <a:solidFill>
            <a:srgbClr val="FF66FF"/>
          </a:solidFill>
          <a:ln w="9525">
            <a:noFill/>
            <a:miter lim="800000"/>
            <a:headEnd/>
            <a:tailEnd/>
          </a:ln>
          <a:effectLst/>
        </p:spPr>
        <p:txBody>
          <a:bodyPr wrap="none">
            <a:spAutoFit/>
          </a:bodyPr>
          <a:lstStyle/>
          <a:p>
            <a:pPr algn="l"/>
            <a:r>
              <a:rPr lang="en-US" altLang="he-IL" b="1">
                <a:latin typeface="Times New Roman (Hebrew)" pitchFamily="18" charset="0"/>
              </a:rPr>
              <a:t>OVERFLOW</a:t>
            </a:r>
          </a:p>
        </p:txBody>
      </p:sp>
      <p:sp>
        <p:nvSpPr>
          <p:cNvPr id="1072198" name="Text Box 70"/>
          <p:cNvSpPr txBox="1">
            <a:spLocks noChangeArrowheads="1"/>
          </p:cNvSpPr>
          <p:nvPr/>
        </p:nvSpPr>
        <p:spPr bwMode="auto">
          <a:xfrm>
            <a:off x="9204325" y="5105400"/>
            <a:ext cx="1148712" cy="369332"/>
          </a:xfrm>
          <a:prstGeom prst="rect">
            <a:avLst/>
          </a:prstGeom>
          <a:solidFill>
            <a:srgbClr val="CCFF99"/>
          </a:solidFill>
          <a:ln w="9525">
            <a:noFill/>
            <a:miter lim="800000"/>
            <a:headEnd/>
            <a:tailEnd/>
          </a:ln>
          <a:effectLst/>
        </p:spPr>
        <p:txBody>
          <a:bodyPr wrap="none">
            <a:spAutoFit/>
          </a:bodyPr>
          <a:lstStyle/>
          <a:p>
            <a:pPr algn="l"/>
            <a:r>
              <a:rPr lang="en-US" altLang="he-IL" b="1">
                <a:latin typeface="Times New Roman (Hebrew)" pitchFamily="18" charset="0"/>
              </a:rPr>
              <a:t>SPLIT IT</a:t>
            </a:r>
          </a:p>
        </p:txBody>
      </p:sp>
      <p:graphicFrame>
        <p:nvGraphicFramePr>
          <p:cNvPr id="1072199" name="Object 71"/>
          <p:cNvGraphicFramePr>
            <a:graphicFrameLocks noChangeAspect="1"/>
          </p:cNvGraphicFramePr>
          <p:nvPr/>
        </p:nvGraphicFramePr>
        <p:xfrm>
          <a:off x="8534400" y="228601"/>
          <a:ext cx="1860550" cy="485775"/>
        </p:xfrm>
        <a:graphic>
          <a:graphicData uri="http://schemas.openxmlformats.org/presentationml/2006/ole">
            <mc:AlternateContent xmlns:mc="http://schemas.openxmlformats.org/markup-compatibility/2006">
              <mc:Choice xmlns:v="urn:schemas-microsoft-com:vml" Requires="v">
                <p:oleObj name="Equation" r:id="rId3" imgW="774360" imgH="203040" progId="Equation.DSMT4">
                  <p:embed/>
                </p:oleObj>
              </mc:Choice>
              <mc:Fallback>
                <p:oleObj name="Equation" r:id="rId3" imgW="774360" imgH="203040" progId="Equation.DSMT4">
                  <p:embed/>
                  <p:pic>
                    <p:nvPicPr>
                      <p:cNvPr id="1072199" name="Object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4400" y="228601"/>
                        <a:ext cx="1860550" cy="485775"/>
                      </a:xfrm>
                      <a:prstGeom prst="rect">
                        <a:avLst/>
                      </a:prstGeom>
                      <a:solidFill>
                        <a:srgbClr val="CCFF99"/>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21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217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218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7218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7218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721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218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7218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7218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721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7218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7219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7219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7219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7219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7219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7219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721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7214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7214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7214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7215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7215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7215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7215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7216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721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7216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7216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7216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7216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07219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72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2196" grpId="0" animBg="1"/>
      <p:bldP spid="1072137" grpId="0" animBg="1"/>
      <p:bldP spid="1072147" grpId="0" animBg="1"/>
      <p:bldP spid="1072148" grpId="0" animBg="1"/>
      <p:bldP spid="1072149" grpId="0" animBg="1"/>
      <p:bldP spid="1072150" grpId="0" animBg="1"/>
      <p:bldP spid="1072151" grpId="0" animBg="1"/>
      <p:bldP spid="1072152" grpId="0" animBg="1"/>
      <p:bldP spid="1072156" grpId="0" animBg="1"/>
      <p:bldP spid="1072162" grpId="0" animBg="1"/>
      <p:bldP spid="1072163" grpId="0" animBg="1"/>
      <p:bldP spid="1072164" grpId="0" animBg="1"/>
      <p:bldP spid="1072165" grpId="0" animBg="1"/>
      <p:bldP spid="1072166" grpId="0" animBg="1"/>
      <p:bldP spid="1072167" grpId="0" animBg="1"/>
      <p:bldP spid="1072171" grpId="0" animBg="1"/>
      <p:bldP spid="1072181" grpId="0" animBg="1"/>
      <p:bldP spid="1072182" grpId="0" animBg="1"/>
      <p:bldP spid="1072183" grpId="0" animBg="1"/>
      <p:bldP spid="1072184" grpId="0" animBg="1"/>
      <p:bldP spid="1072185" grpId="0" animBg="1"/>
      <p:bldP spid="1072186" grpId="0" animBg="1"/>
      <p:bldP spid="1072187" grpId="0" animBg="1"/>
      <p:bldP spid="1072188" grpId="0" animBg="1"/>
      <p:bldP spid="1072189" grpId="0" animBg="1"/>
      <p:bldP spid="1072190" grpId="0" animBg="1"/>
      <p:bldP spid="1072191" grpId="0" animBg="1"/>
      <p:bldP spid="1072192" grpId="0" animBg="1"/>
      <p:bldP spid="1072193" grpId="0" animBg="1"/>
      <p:bldP spid="1072195" grpId="0" animBg="1"/>
      <p:bldP spid="1072197" grpId="0" animBg="1"/>
      <p:bldP spid="107219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6" name="Line 4"/>
          <p:cNvSpPr>
            <a:spLocks noChangeShapeType="1"/>
          </p:cNvSpPr>
          <p:nvPr/>
        </p:nvSpPr>
        <p:spPr bwMode="auto">
          <a:xfrm flipH="1">
            <a:off x="4589463" y="3581400"/>
            <a:ext cx="1204912" cy="5905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77" name="Line 5"/>
          <p:cNvSpPr>
            <a:spLocks noChangeShapeType="1"/>
          </p:cNvSpPr>
          <p:nvPr/>
        </p:nvSpPr>
        <p:spPr bwMode="auto">
          <a:xfrm>
            <a:off x="6175375" y="3581401"/>
            <a:ext cx="2128838" cy="588963"/>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79" name="Line 7"/>
          <p:cNvSpPr>
            <a:spLocks noChangeShapeType="1"/>
          </p:cNvSpPr>
          <p:nvPr/>
        </p:nvSpPr>
        <p:spPr bwMode="auto">
          <a:xfrm flipH="1">
            <a:off x="2133600" y="4495800"/>
            <a:ext cx="1600200" cy="6858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80" name="Rectangle 8"/>
          <p:cNvSpPr>
            <a:spLocks noChangeArrowheads="1"/>
          </p:cNvSpPr>
          <p:nvPr/>
        </p:nvSpPr>
        <p:spPr bwMode="auto">
          <a:xfrm>
            <a:off x="1752600" y="5181600"/>
            <a:ext cx="12192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0    3    4</a:t>
            </a:r>
          </a:p>
        </p:txBody>
      </p:sp>
      <p:sp>
        <p:nvSpPr>
          <p:cNvPr id="1078281" name="Rectangle 9"/>
          <p:cNvSpPr>
            <a:spLocks noChangeArrowheads="1"/>
          </p:cNvSpPr>
          <p:nvPr/>
        </p:nvSpPr>
        <p:spPr bwMode="auto">
          <a:xfrm>
            <a:off x="4270375" y="5181600"/>
            <a:ext cx="11430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25 35 38</a:t>
            </a:r>
          </a:p>
        </p:txBody>
      </p:sp>
      <p:sp>
        <p:nvSpPr>
          <p:cNvPr id="1078282" name="Rectangle 10"/>
          <p:cNvSpPr>
            <a:spLocks noChangeArrowheads="1"/>
          </p:cNvSpPr>
          <p:nvPr/>
        </p:nvSpPr>
        <p:spPr bwMode="auto">
          <a:xfrm>
            <a:off x="5565775" y="51816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45    55</a:t>
            </a:r>
          </a:p>
        </p:txBody>
      </p:sp>
      <p:sp>
        <p:nvSpPr>
          <p:cNvPr id="1078283" name="Rectangle 11"/>
          <p:cNvSpPr>
            <a:spLocks noChangeArrowheads="1"/>
          </p:cNvSpPr>
          <p:nvPr/>
        </p:nvSpPr>
        <p:spPr bwMode="auto">
          <a:xfrm>
            <a:off x="7004050" y="5167313"/>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61 62  66</a:t>
            </a:r>
          </a:p>
        </p:txBody>
      </p:sp>
      <p:sp>
        <p:nvSpPr>
          <p:cNvPr id="1078284" name="Rectangle 12"/>
          <p:cNvSpPr>
            <a:spLocks noChangeArrowheads="1"/>
          </p:cNvSpPr>
          <p:nvPr/>
        </p:nvSpPr>
        <p:spPr bwMode="auto">
          <a:xfrm>
            <a:off x="9594850" y="5167313"/>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a:t>
            </a:r>
          </a:p>
        </p:txBody>
      </p:sp>
      <p:sp>
        <p:nvSpPr>
          <p:cNvPr id="1078285" name="Rectangle 13"/>
          <p:cNvSpPr>
            <a:spLocks noChangeArrowheads="1"/>
          </p:cNvSpPr>
          <p:nvPr/>
        </p:nvSpPr>
        <p:spPr bwMode="auto">
          <a:xfrm>
            <a:off x="8299450" y="5167313"/>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74      78</a:t>
            </a:r>
          </a:p>
        </p:txBody>
      </p:sp>
      <p:sp>
        <p:nvSpPr>
          <p:cNvPr id="1078286" name="Rectangle 14"/>
          <p:cNvSpPr>
            <a:spLocks noChangeArrowheads="1"/>
          </p:cNvSpPr>
          <p:nvPr/>
        </p:nvSpPr>
        <p:spPr bwMode="auto">
          <a:xfrm>
            <a:off x="5641975" y="3352800"/>
            <a:ext cx="6096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 60</a:t>
            </a:r>
          </a:p>
        </p:txBody>
      </p:sp>
      <p:sp>
        <p:nvSpPr>
          <p:cNvPr id="1078287" name="Rectangle 15"/>
          <p:cNvSpPr>
            <a:spLocks noChangeArrowheads="1"/>
          </p:cNvSpPr>
          <p:nvPr/>
        </p:nvSpPr>
        <p:spPr bwMode="auto">
          <a:xfrm>
            <a:off x="3657601" y="4238626"/>
            <a:ext cx="1425575" cy="485775"/>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5     20   40</a:t>
            </a:r>
          </a:p>
        </p:txBody>
      </p:sp>
      <p:sp>
        <p:nvSpPr>
          <p:cNvPr id="1078288" name="Rectangle 16"/>
          <p:cNvSpPr>
            <a:spLocks noChangeArrowheads="1"/>
          </p:cNvSpPr>
          <p:nvPr/>
        </p:nvSpPr>
        <p:spPr bwMode="auto">
          <a:xfrm>
            <a:off x="7775575" y="4267200"/>
            <a:ext cx="1447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    70    80 </a:t>
            </a:r>
          </a:p>
        </p:txBody>
      </p:sp>
      <p:sp>
        <p:nvSpPr>
          <p:cNvPr id="1078289" name="Rectangle 17"/>
          <p:cNvSpPr>
            <a:spLocks noChangeArrowheads="1"/>
          </p:cNvSpPr>
          <p:nvPr/>
        </p:nvSpPr>
        <p:spPr bwMode="auto">
          <a:xfrm>
            <a:off x="3200400" y="5181600"/>
            <a:ext cx="8382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10 15</a:t>
            </a:r>
          </a:p>
        </p:txBody>
      </p:sp>
      <p:sp>
        <p:nvSpPr>
          <p:cNvPr id="1078290" name="Line 18"/>
          <p:cNvSpPr>
            <a:spLocks noChangeShapeType="1"/>
          </p:cNvSpPr>
          <p:nvPr/>
        </p:nvSpPr>
        <p:spPr bwMode="auto">
          <a:xfrm flipH="1">
            <a:off x="7715251" y="4495800"/>
            <a:ext cx="365125" cy="6810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91" name="Line 19"/>
          <p:cNvSpPr>
            <a:spLocks noChangeShapeType="1"/>
          </p:cNvSpPr>
          <p:nvPr/>
        </p:nvSpPr>
        <p:spPr bwMode="auto">
          <a:xfrm>
            <a:off x="8461375" y="4495800"/>
            <a:ext cx="336550" cy="8080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92" name="Line 20"/>
          <p:cNvSpPr>
            <a:spLocks noChangeShapeType="1"/>
          </p:cNvSpPr>
          <p:nvPr/>
        </p:nvSpPr>
        <p:spPr bwMode="auto">
          <a:xfrm>
            <a:off x="8974138" y="4476750"/>
            <a:ext cx="1039812" cy="6858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93" name="Line 21"/>
          <p:cNvSpPr>
            <a:spLocks noChangeShapeType="1"/>
          </p:cNvSpPr>
          <p:nvPr/>
        </p:nvSpPr>
        <p:spPr bwMode="auto">
          <a:xfrm>
            <a:off x="4538664" y="4497388"/>
            <a:ext cx="109537" cy="684212"/>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94" name="Line 22"/>
          <p:cNvSpPr>
            <a:spLocks noChangeShapeType="1"/>
          </p:cNvSpPr>
          <p:nvPr/>
        </p:nvSpPr>
        <p:spPr bwMode="auto">
          <a:xfrm>
            <a:off x="5051426" y="4495800"/>
            <a:ext cx="1044575" cy="6858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95" name="Line 23"/>
          <p:cNvSpPr>
            <a:spLocks noChangeShapeType="1"/>
          </p:cNvSpPr>
          <p:nvPr/>
        </p:nvSpPr>
        <p:spPr bwMode="auto">
          <a:xfrm flipH="1">
            <a:off x="3657600" y="4478338"/>
            <a:ext cx="457200" cy="703262"/>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96" name="Rectangle 24"/>
          <p:cNvSpPr>
            <a:spLocks noChangeArrowheads="1"/>
          </p:cNvSpPr>
          <p:nvPr/>
        </p:nvSpPr>
        <p:spPr bwMode="auto">
          <a:xfrm>
            <a:off x="4800600" y="1143000"/>
            <a:ext cx="2895600" cy="457200"/>
          </a:xfrm>
          <a:prstGeom prst="rect">
            <a:avLst/>
          </a:prstGeom>
          <a:solidFill>
            <a:srgbClr val="FF0000"/>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 5  20   40   60    70   80</a:t>
            </a:r>
          </a:p>
        </p:txBody>
      </p:sp>
      <p:sp>
        <p:nvSpPr>
          <p:cNvPr id="1078297" name="Line 25"/>
          <p:cNvSpPr>
            <a:spLocks noChangeShapeType="1"/>
          </p:cNvSpPr>
          <p:nvPr/>
        </p:nvSpPr>
        <p:spPr bwMode="auto">
          <a:xfrm flipH="1">
            <a:off x="2438400" y="1371600"/>
            <a:ext cx="2438400" cy="7620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298" name="Rectangle 26"/>
          <p:cNvSpPr>
            <a:spLocks noChangeArrowheads="1"/>
          </p:cNvSpPr>
          <p:nvPr/>
        </p:nvSpPr>
        <p:spPr bwMode="auto">
          <a:xfrm>
            <a:off x="1676400" y="2133600"/>
            <a:ext cx="12192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0    3    4</a:t>
            </a:r>
          </a:p>
        </p:txBody>
      </p:sp>
      <p:sp>
        <p:nvSpPr>
          <p:cNvPr id="1078299" name="Rectangle 27"/>
          <p:cNvSpPr>
            <a:spLocks noChangeArrowheads="1"/>
          </p:cNvSpPr>
          <p:nvPr/>
        </p:nvSpPr>
        <p:spPr bwMode="auto">
          <a:xfrm>
            <a:off x="4270375" y="2209800"/>
            <a:ext cx="11430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25 35 38</a:t>
            </a:r>
          </a:p>
        </p:txBody>
      </p:sp>
      <p:sp>
        <p:nvSpPr>
          <p:cNvPr id="1078300" name="Rectangle 28"/>
          <p:cNvSpPr>
            <a:spLocks noChangeArrowheads="1"/>
          </p:cNvSpPr>
          <p:nvPr/>
        </p:nvSpPr>
        <p:spPr bwMode="auto">
          <a:xfrm>
            <a:off x="5565775" y="2209800"/>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45    55</a:t>
            </a:r>
          </a:p>
        </p:txBody>
      </p:sp>
      <p:sp>
        <p:nvSpPr>
          <p:cNvPr id="1078301" name="Rectangle 29"/>
          <p:cNvSpPr>
            <a:spLocks noChangeArrowheads="1"/>
          </p:cNvSpPr>
          <p:nvPr/>
        </p:nvSpPr>
        <p:spPr bwMode="auto">
          <a:xfrm>
            <a:off x="6781800" y="22098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dirty="0">
                <a:latin typeface="Times New Roman (Hebrew)" pitchFamily="18" charset="0"/>
              </a:rPr>
              <a:t>61 62 66</a:t>
            </a:r>
          </a:p>
        </p:txBody>
      </p:sp>
      <p:sp>
        <p:nvSpPr>
          <p:cNvPr id="1078302" name="Rectangle 30"/>
          <p:cNvSpPr>
            <a:spLocks noChangeArrowheads="1"/>
          </p:cNvSpPr>
          <p:nvPr/>
        </p:nvSpPr>
        <p:spPr bwMode="auto">
          <a:xfrm>
            <a:off x="9448800" y="2195513"/>
            <a:ext cx="10668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87    98  </a:t>
            </a:r>
          </a:p>
        </p:txBody>
      </p:sp>
      <p:sp>
        <p:nvSpPr>
          <p:cNvPr id="1078303" name="Rectangle 31"/>
          <p:cNvSpPr>
            <a:spLocks noChangeArrowheads="1"/>
          </p:cNvSpPr>
          <p:nvPr/>
        </p:nvSpPr>
        <p:spPr bwMode="auto">
          <a:xfrm>
            <a:off x="8153400" y="2209800"/>
            <a:ext cx="1219200" cy="457200"/>
          </a:xfrm>
          <a:prstGeom prst="rect">
            <a:avLst/>
          </a:prstGeom>
          <a:solidFill>
            <a:schemeClr val="folHlink"/>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74      78    </a:t>
            </a:r>
          </a:p>
        </p:txBody>
      </p:sp>
      <p:sp>
        <p:nvSpPr>
          <p:cNvPr id="1078304" name="Rectangle 32"/>
          <p:cNvSpPr>
            <a:spLocks noChangeArrowheads="1"/>
          </p:cNvSpPr>
          <p:nvPr/>
        </p:nvSpPr>
        <p:spPr bwMode="auto">
          <a:xfrm>
            <a:off x="3200400" y="2209800"/>
            <a:ext cx="838200" cy="457200"/>
          </a:xfrm>
          <a:prstGeom prst="rect">
            <a:avLst/>
          </a:prstGeom>
          <a:solidFill>
            <a:srgbClr val="FF3300"/>
          </a:solidFill>
          <a:ln w="9525">
            <a:solidFill>
              <a:schemeClr val="tx1"/>
            </a:solidFill>
            <a:miter lim="800000"/>
            <a:headEnd/>
            <a:tailEnd/>
          </a:ln>
          <a:effectLst/>
        </p:spPr>
        <p:txBody>
          <a:bodyPr wrap="none" anchor="ctr"/>
          <a:lstStyle/>
          <a:p>
            <a:pPr algn="l"/>
            <a:r>
              <a:rPr lang="en-US" altLang="en-US" sz="2000">
                <a:latin typeface="Times New Roman (Hebrew)" pitchFamily="18" charset="0"/>
              </a:rPr>
              <a:t>10   15</a:t>
            </a:r>
          </a:p>
        </p:txBody>
      </p:sp>
      <p:sp>
        <p:nvSpPr>
          <p:cNvPr id="1078305" name="Line 33"/>
          <p:cNvSpPr>
            <a:spLocks noChangeShapeType="1"/>
          </p:cNvSpPr>
          <p:nvPr/>
        </p:nvSpPr>
        <p:spPr bwMode="auto">
          <a:xfrm>
            <a:off x="6781800" y="1447800"/>
            <a:ext cx="685800" cy="6858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306" name="Line 34"/>
          <p:cNvSpPr>
            <a:spLocks noChangeShapeType="1"/>
          </p:cNvSpPr>
          <p:nvPr/>
        </p:nvSpPr>
        <p:spPr bwMode="auto">
          <a:xfrm>
            <a:off x="7315201" y="1447800"/>
            <a:ext cx="1482725" cy="884238"/>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307" name="Line 35"/>
          <p:cNvSpPr>
            <a:spLocks noChangeShapeType="1"/>
          </p:cNvSpPr>
          <p:nvPr/>
        </p:nvSpPr>
        <p:spPr bwMode="auto">
          <a:xfrm>
            <a:off x="7543800" y="1447800"/>
            <a:ext cx="2317750" cy="74295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308" name="Line 36"/>
          <p:cNvSpPr>
            <a:spLocks noChangeShapeType="1"/>
          </p:cNvSpPr>
          <p:nvPr/>
        </p:nvSpPr>
        <p:spPr bwMode="auto">
          <a:xfrm flipH="1">
            <a:off x="5029200" y="1447800"/>
            <a:ext cx="457200" cy="6858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309" name="Line 37"/>
          <p:cNvSpPr>
            <a:spLocks noChangeShapeType="1"/>
          </p:cNvSpPr>
          <p:nvPr/>
        </p:nvSpPr>
        <p:spPr bwMode="auto">
          <a:xfrm>
            <a:off x="6096000" y="1447800"/>
            <a:ext cx="0" cy="7620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310" name="Line 38"/>
          <p:cNvSpPr>
            <a:spLocks noChangeShapeType="1"/>
          </p:cNvSpPr>
          <p:nvPr/>
        </p:nvSpPr>
        <p:spPr bwMode="auto">
          <a:xfrm flipH="1">
            <a:off x="3657600" y="1447800"/>
            <a:ext cx="1447800" cy="762000"/>
          </a:xfrm>
          <a:prstGeom prst="line">
            <a:avLst/>
          </a:prstGeom>
          <a:noFill/>
          <a:ln w="9525">
            <a:solidFill>
              <a:schemeClr val="tx1"/>
            </a:solidFill>
            <a:round/>
            <a:headEnd/>
            <a:tailEnd type="triangle" w="med" len="med"/>
          </a:ln>
          <a:effectLst/>
        </p:spPr>
        <p:txBody>
          <a:bodyPr wrap="none" anchor="ctr"/>
          <a:lstStyle/>
          <a:p>
            <a:endParaRPr lang="he-IL"/>
          </a:p>
        </p:txBody>
      </p:sp>
      <p:sp>
        <p:nvSpPr>
          <p:cNvPr id="1078311" name="Text Box 39"/>
          <p:cNvSpPr txBox="1">
            <a:spLocks noChangeArrowheads="1"/>
          </p:cNvSpPr>
          <p:nvPr/>
        </p:nvSpPr>
        <p:spPr bwMode="auto">
          <a:xfrm>
            <a:off x="8153400" y="990600"/>
            <a:ext cx="1556836" cy="369332"/>
          </a:xfrm>
          <a:prstGeom prst="rect">
            <a:avLst/>
          </a:prstGeom>
          <a:solidFill>
            <a:srgbClr val="FF66FF"/>
          </a:solidFill>
          <a:ln w="9525">
            <a:noFill/>
            <a:miter lim="800000"/>
            <a:headEnd/>
            <a:tailEnd/>
          </a:ln>
          <a:effectLst/>
        </p:spPr>
        <p:txBody>
          <a:bodyPr wrap="none">
            <a:spAutoFit/>
          </a:bodyPr>
          <a:lstStyle/>
          <a:p>
            <a:pPr algn="l"/>
            <a:r>
              <a:rPr lang="en-US" altLang="he-IL" b="1">
                <a:latin typeface="Times New Roman (Hebrew)" pitchFamily="18" charset="0"/>
              </a:rPr>
              <a:t>OVERFLOW</a:t>
            </a:r>
          </a:p>
        </p:txBody>
      </p:sp>
      <p:sp>
        <p:nvSpPr>
          <p:cNvPr id="1078313" name="Text Box 41"/>
          <p:cNvSpPr txBox="1">
            <a:spLocks noChangeArrowheads="1"/>
          </p:cNvSpPr>
          <p:nvPr/>
        </p:nvSpPr>
        <p:spPr bwMode="auto">
          <a:xfrm>
            <a:off x="9204325" y="1524000"/>
            <a:ext cx="1148712" cy="369332"/>
          </a:xfrm>
          <a:prstGeom prst="rect">
            <a:avLst/>
          </a:prstGeom>
          <a:solidFill>
            <a:srgbClr val="CCFF99"/>
          </a:solidFill>
          <a:ln w="9525">
            <a:noFill/>
            <a:miter lim="800000"/>
            <a:headEnd/>
            <a:tailEnd/>
          </a:ln>
          <a:effectLst/>
        </p:spPr>
        <p:txBody>
          <a:bodyPr wrap="none">
            <a:spAutoFit/>
          </a:bodyPr>
          <a:lstStyle/>
          <a:p>
            <a:pPr algn="l"/>
            <a:r>
              <a:rPr lang="en-US" altLang="he-IL" b="1">
                <a:latin typeface="Times New Roman (Hebrew)" pitchFamily="18" charset="0"/>
              </a:rPr>
              <a:t>SPLIT IT</a:t>
            </a:r>
          </a:p>
        </p:txBody>
      </p:sp>
      <p:graphicFrame>
        <p:nvGraphicFramePr>
          <p:cNvPr id="1078314" name="Object 42"/>
          <p:cNvGraphicFramePr>
            <a:graphicFrameLocks noGrp="1" noChangeAspect="1"/>
          </p:cNvGraphicFramePr>
          <p:nvPr>
            <p:ph/>
          </p:nvPr>
        </p:nvGraphicFramePr>
        <p:xfrm>
          <a:off x="8915400" y="152400"/>
          <a:ext cx="1231900" cy="323850"/>
        </p:xfrm>
        <a:graphic>
          <a:graphicData uri="http://schemas.openxmlformats.org/presentationml/2006/ole">
            <mc:AlternateContent xmlns:mc="http://schemas.openxmlformats.org/markup-compatibility/2006">
              <mc:Choice xmlns:v="urn:schemas-microsoft-com:vml" Requires="v">
                <p:oleObj name="Equation" r:id="rId3" imgW="774360" imgH="203040" progId="Equation.DSMT4">
                  <p:embed/>
                </p:oleObj>
              </mc:Choice>
              <mc:Fallback>
                <p:oleObj name="Equation" r:id="rId3" imgW="774360" imgH="203040" progId="Equation.DSMT4">
                  <p:embed/>
                  <p:pic>
                    <p:nvPicPr>
                      <p:cNvPr id="1078314" name="Object 4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5400" y="152400"/>
                        <a:ext cx="1231900" cy="323850"/>
                      </a:xfrm>
                      <a:prstGeom prst="rect">
                        <a:avLst/>
                      </a:prstGeom>
                      <a:solidFill>
                        <a:srgbClr val="CCFF99"/>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82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7827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782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82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7828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7828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7828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828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7828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782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7828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7828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7828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7829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7829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7829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7829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7829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78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8276" grpId="0" animBg="1"/>
      <p:bldP spid="1078277" grpId="0" animBg="1"/>
      <p:bldP spid="1078279" grpId="0" animBg="1"/>
      <p:bldP spid="1078280" grpId="0" animBg="1"/>
      <p:bldP spid="1078281" grpId="0" animBg="1"/>
      <p:bldP spid="1078282" grpId="0" animBg="1"/>
      <p:bldP spid="1078283" grpId="0" animBg="1"/>
      <p:bldP spid="1078284" grpId="0" animBg="1"/>
      <p:bldP spid="1078285" grpId="0" animBg="1"/>
      <p:bldP spid="1078286" grpId="0" animBg="1"/>
      <p:bldP spid="1078287" grpId="0" animBg="1"/>
      <p:bldP spid="1078288" grpId="0" animBg="1"/>
      <p:bldP spid="1078289" grpId="0" animBg="1"/>
      <p:bldP spid="1078290" grpId="0" animBg="1"/>
      <p:bldP spid="1078291" grpId="0" animBg="1"/>
      <p:bldP spid="1078292" grpId="0" animBg="1"/>
      <p:bldP spid="1078293" grpId="0" animBg="1"/>
      <p:bldP spid="1078294" grpId="0" animBg="1"/>
      <p:bldP spid="107829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2C1E48-CA1B-463B-95F1-16D1AECD309F}"/>
              </a:ext>
            </a:extLst>
          </p:cNvPr>
          <p:cNvSpPr>
            <a:spLocks noGrp="1"/>
          </p:cNvSpPr>
          <p:nvPr>
            <p:ph/>
          </p:nvPr>
        </p:nvSpPr>
        <p:spPr/>
        <p:txBody>
          <a:bodyPr/>
          <a:lstStyle/>
          <a:p>
            <a:endParaRPr lang="en-IN"/>
          </a:p>
        </p:txBody>
      </p:sp>
    </p:spTree>
    <p:extLst>
      <p:ext uri="{BB962C8B-B14F-4D97-AF65-F5344CB8AC3E}">
        <p14:creationId xmlns:p14="http://schemas.microsoft.com/office/powerpoint/2010/main" val="3789660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998365EE-AEDE-4CD3-9122-B6F691AC0448}"/>
              </a:ext>
            </a:extLst>
          </p:cNvPr>
          <p:cNvSpPr>
            <a:spLocks noGrp="1"/>
          </p:cNvSpPr>
          <p:nvPr>
            <p:ph type="ftr" sz="quarter" idx="10"/>
          </p:nvPr>
        </p:nvSpPr>
        <p:spPr/>
        <p:txBody>
          <a:bodyPr/>
          <a:lstStyle/>
          <a:p>
            <a:r>
              <a:rPr lang="en-US" altLang="en-US"/>
              <a:t>B-Trees</a:t>
            </a:r>
          </a:p>
        </p:txBody>
      </p:sp>
      <p:sp>
        <p:nvSpPr>
          <p:cNvPr id="9" name="Slide Number Placeholder 8">
            <a:extLst>
              <a:ext uri="{FF2B5EF4-FFF2-40B4-BE49-F238E27FC236}">
                <a16:creationId xmlns:a16="http://schemas.microsoft.com/office/drawing/2014/main" id="{7C6634FE-D6F0-43A4-BA36-50B4129893BD}"/>
              </a:ext>
            </a:extLst>
          </p:cNvPr>
          <p:cNvSpPr>
            <a:spLocks noGrp="1"/>
          </p:cNvSpPr>
          <p:nvPr>
            <p:ph type="sldNum" sz="quarter" idx="11"/>
          </p:nvPr>
        </p:nvSpPr>
        <p:spPr/>
        <p:txBody>
          <a:bodyPr/>
          <a:lstStyle/>
          <a:p>
            <a:fld id="{D9E08AED-9960-4EEA-9483-D8083BFDFCBD}" type="slidenum">
              <a:rPr lang="en-US" altLang="en-US"/>
              <a:pPr/>
              <a:t>28</a:t>
            </a:fld>
            <a:endParaRPr lang="en-US" altLang="en-US"/>
          </a:p>
        </p:txBody>
      </p:sp>
      <p:sp>
        <p:nvSpPr>
          <p:cNvPr id="30723" name="Rectangle 3">
            <a:extLst>
              <a:ext uri="{FF2B5EF4-FFF2-40B4-BE49-F238E27FC236}">
                <a16:creationId xmlns:a16="http://schemas.microsoft.com/office/drawing/2014/main" id="{87437F2F-4017-4B96-82A6-58BCFA67E421}"/>
              </a:ext>
            </a:extLst>
          </p:cNvPr>
          <p:cNvSpPr>
            <a:spLocks noGrp="1" noChangeArrowheads="1"/>
          </p:cNvSpPr>
          <p:nvPr>
            <p:ph type="body" idx="1"/>
          </p:nvPr>
        </p:nvSpPr>
        <p:spPr>
          <a:ln/>
        </p:spPr>
        <p:txBody>
          <a:bodyPr/>
          <a:lstStyle/>
          <a:p>
            <a:pPr>
              <a:lnSpc>
                <a:spcPct val="90000"/>
              </a:lnSpc>
            </a:pPr>
            <a:r>
              <a:rPr lang="en-US" altLang="en-US"/>
              <a:t>Suppose we start with an empty B-tree and keys arrive in the following order:1  12  8  2  25  5  14  28  17  7  52  16  48  68  3  26  29  53  55  45</a:t>
            </a:r>
          </a:p>
          <a:p>
            <a:pPr>
              <a:lnSpc>
                <a:spcPct val="90000"/>
              </a:lnSpc>
            </a:pPr>
            <a:r>
              <a:rPr lang="en-US" altLang="en-US"/>
              <a:t>We want to construct a B-tree of order 5</a:t>
            </a:r>
          </a:p>
          <a:p>
            <a:pPr>
              <a:lnSpc>
                <a:spcPct val="90000"/>
              </a:lnSpc>
            </a:pPr>
            <a:r>
              <a:rPr lang="en-US" altLang="en-US"/>
              <a:t>The first four items go into the root:</a:t>
            </a:r>
          </a:p>
          <a:p>
            <a:pPr>
              <a:lnSpc>
                <a:spcPct val="90000"/>
              </a:lnSpc>
            </a:pPr>
            <a:endParaRPr lang="en-US" altLang="en-US"/>
          </a:p>
          <a:p>
            <a:pPr>
              <a:lnSpc>
                <a:spcPct val="90000"/>
              </a:lnSpc>
            </a:pPr>
            <a:endParaRPr lang="en-US" altLang="en-US"/>
          </a:p>
          <a:p>
            <a:pPr>
              <a:lnSpc>
                <a:spcPct val="90000"/>
              </a:lnSpc>
            </a:pPr>
            <a:r>
              <a:rPr lang="en-US" altLang="en-US"/>
              <a:t>To put the fifth item in the root would violate condition 5</a:t>
            </a:r>
          </a:p>
          <a:p>
            <a:pPr>
              <a:lnSpc>
                <a:spcPct val="90000"/>
              </a:lnSpc>
            </a:pPr>
            <a:r>
              <a:rPr lang="en-US" altLang="en-US"/>
              <a:t>Therefore, when 25 arrives, pick the middle key to make a new root</a:t>
            </a:r>
          </a:p>
          <a:p>
            <a:pPr>
              <a:lnSpc>
                <a:spcPct val="90000"/>
              </a:lnSpc>
            </a:pPr>
            <a:endParaRPr lang="en-US" altLang="en-US"/>
          </a:p>
        </p:txBody>
      </p:sp>
      <p:sp>
        <p:nvSpPr>
          <p:cNvPr id="30722" name="Rectangle 2">
            <a:extLst>
              <a:ext uri="{FF2B5EF4-FFF2-40B4-BE49-F238E27FC236}">
                <a16:creationId xmlns:a16="http://schemas.microsoft.com/office/drawing/2014/main" id="{09223BC8-0168-4E70-8128-F4F611BF6BDF}"/>
              </a:ext>
            </a:extLst>
          </p:cNvPr>
          <p:cNvSpPr>
            <a:spLocks noGrp="1" noChangeArrowheads="1"/>
          </p:cNvSpPr>
          <p:nvPr>
            <p:ph type="title"/>
          </p:nvPr>
        </p:nvSpPr>
        <p:spPr>
          <a:ln/>
        </p:spPr>
        <p:txBody>
          <a:bodyPr/>
          <a:lstStyle/>
          <a:p>
            <a:r>
              <a:rPr lang="en-US" altLang="en-US"/>
              <a:t>Constructing a B-tree</a:t>
            </a:r>
          </a:p>
        </p:txBody>
      </p:sp>
      <p:sp>
        <p:nvSpPr>
          <p:cNvPr id="30724" name="Text Box 4">
            <a:extLst>
              <a:ext uri="{FF2B5EF4-FFF2-40B4-BE49-F238E27FC236}">
                <a16:creationId xmlns:a16="http://schemas.microsoft.com/office/drawing/2014/main" id="{150AEF9B-E9EE-4AE8-86B3-95DD80B17A30}"/>
              </a:ext>
            </a:extLst>
          </p:cNvPr>
          <p:cNvSpPr txBox="1">
            <a:spLocks noChangeArrowheads="1"/>
          </p:cNvSpPr>
          <p:nvPr/>
        </p:nvSpPr>
        <p:spPr bwMode="auto">
          <a:xfrm>
            <a:off x="4876801" y="4211638"/>
            <a:ext cx="481013"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a:t>
            </a:r>
          </a:p>
        </p:txBody>
      </p:sp>
      <p:sp>
        <p:nvSpPr>
          <p:cNvPr id="30725" name="Text Box 5">
            <a:extLst>
              <a:ext uri="{FF2B5EF4-FFF2-40B4-BE49-F238E27FC236}">
                <a16:creationId xmlns:a16="http://schemas.microsoft.com/office/drawing/2014/main" id="{06C7FE29-BAB3-4E58-AF8B-80A9F8F84C5E}"/>
              </a:ext>
            </a:extLst>
          </p:cNvPr>
          <p:cNvSpPr txBox="1">
            <a:spLocks noChangeArrowheads="1"/>
          </p:cNvSpPr>
          <p:nvPr/>
        </p:nvSpPr>
        <p:spPr bwMode="auto">
          <a:xfrm>
            <a:off x="5357814" y="4211638"/>
            <a:ext cx="477837"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a:t>
            </a:r>
          </a:p>
        </p:txBody>
      </p:sp>
      <p:sp>
        <p:nvSpPr>
          <p:cNvPr id="30726" name="Text Box 6">
            <a:extLst>
              <a:ext uri="{FF2B5EF4-FFF2-40B4-BE49-F238E27FC236}">
                <a16:creationId xmlns:a16="http://schemas.microsoft.com/office/drawing/2014/main" id="{D894F836-75B9-42EA-8CD9-F7F9958D3D9D}"/>
              </a:ext>
            </a:extLst>
          </p:cNvPr>
          <p:cNvSpPr txBox="1">
            <a:spLocks noChangeArrowheads="1"/>
          </p:cNvSpPr>
          <p:nvPr/>
        </p:nvSpPr>
        <p:spPr bwMode="auto">
          <a:xfrm>
            <a:off x="5835650" y="4211638"/>
            <a:ext cx="477838"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8</a:t>
            </a:r>
          </a:p>
        </p:txBody>
      </p:sp>
      <p:sp>
        <p:nvSpPr>
          <p:cNvPr id="30727" name="Text Box 7">
            <a:extLst>
              <a:ext uri="{FF2B5EF4-FFF2-40B4-BE49-F238E27FC236}">
                <a16:creationId xmlns:a16="http://schemas.microsoft.com/office/drawing/2014/main" id="{072B7139-5879-4609-A369-A11B8114C666}"/>
              </a:ext>
            </a:extLst>
          </p:cNvPr>
          <p:cNvSpPr txBox="1">
            <a:spLocks noChangeArrowheads="1"/>
          </p:cNvSpPr>
          <p:nvPr/>
        </p:nvSpPr>
        <p:spPr bwMode="auto">
          <a:xfrm>
            <a:off x="6313489" y="4211638"/>
            <a:ext cx="479425"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21">
            <a:extLst>
              <a:ext uri="{FF2B5EF4-FFF2-40B4-BE49-F238E27FC236}">
                <a16:creationId xmlns:a16="http://schemas.microsoft.com/office/drawing/2014/main" id="{07BBD75B-1182-4044-8EBC-1701823DB3F4}"/>
              </a:ext>
            </a:extLst>
          </p:cNvPr>
          <p:cNvSpPr>
            <a:spLocks noGrp="1"/>
          </p:cNvSpPr>
          <p:nvPr>
            <p:ph type="ftr" sz="quarter" idx="10"/>
          </p:nvPr>
        </p:nvSpPr>
        <p:spPr/>
        <p:txBody>
          <a:bodyPr/>
          <a:lstStyle/>
          <a:p>
            <a:r>
              <a:rPr lang="en-US" altLang="en-US"/>
              <a:t>B-Trees</a:t>
            </a:r>
          </a:p>
        </p:txBody>
      </p:sp>
      <p:sp>
        <p:nvSpPr>
          <p:cNvPr id="23" name="Slide Number Placeholder 22">
            <a:extLst>
              <a:ext uri="{FF2B5EF4-FFF2-40B4-BE49-F238E27FC236}">
                <a16:creationId xmlns:a16="http://schemas.microsoft.com/office/drawing/2014/main" id="{C14B11A6-FFA1-40C9-9E23-850A6E74B0B2}"/>
              </a:ext>
            </a:extLst>
          </p:cNvPr>
          <p:cNvSpPr>
            <a:spLocks noGrp="1"/>
          </p:cNvSpPr>
          <p:nvPr>
            <p:ph type="sldNum" sz="quarter" idx="11"/>
          </p:nvPr>
        </p:nvSpPr>
        <p:spPr/>
        <p:txBody>
          <a:bodyPr/>
          <a:lstStyle/>
          <a:p>
            <a:fld id="{9D8DC7B5-76A7-4FE1-8D78-CE09422A70AA}" type="slidenum">
              <a:rPr lang="en-US" altLang="en-US"/>
              <a:pPr/>
              <a:t>29</a:t>
            </a:fld>
            <a:endParaRPr lang="en-US" altLang="en-US"/>
          </a:p>
        </p:txBody>
      </p:sp>
      <p:sp>
        <p:nvSpPr>
          <p:cNvPr id="31754" name="Line 10">
            <a:extLst>
              <a:ext uri="{FF2B5EF4-FFF2-40B4-BE49-F238E27FC236}">
                <a16:creationId xmlns:a16="http://schemas.microsoft.com/office/drawing/2014/main" id="{D7637B66-DAEB-4579-843A-2D7FC3B36E00}"/>
              </a:ext>
            </a:extLst>
          </p:cNvPr>
          <p:cNvSpPr>
            <a:spLocks noChangeShapeType="1"/>
          </p:cNvSpPr>
          <p:nvPr/>
        </p:nvSpPr>
        <p:spPr bwMode="auto">
          <a:xfrm flipH="1">
            <a:off x="4800600" y="2362200"/>
            <a:ext cx="6858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1755" name="Line 11">
            <a:extLst>
              <a:ext uri="{FF2B5EF4-FFF2-40B4-BE49-F238E27FC236}">
                <a16:creationId xmlns:a16="http://schemas.microsoft.com/office/drawing/2014/main" id="{94D91DDC-CC0D-462B-864F-32D732350554}"/>
              </a:ext>
            </a:extLst>
          </p:cNvPr>
          <p:cNvSpPr>
            <a:spLocks noChangeShapeType="1"/>
          </p:cNvSpPr>
          <p:nvPr/>
        </p:nvSpPr>
        <p:spPr bwMode="auto">
          <a:xfrm>
            <a:off x="5562600" y="2362200"/>
            <a:ext cx="6858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1746" name="Rectangle 2">
            <a:extLst>
              <a:ext uri="{FF2B5EF4-FFF2-40B4-BE49-F238E27FC236}">
                <a16:creationId xmlns:a16="http://schemas.microsoft.com/office/drawing/2014/main" id="{667380EF-76C5-474E-A718-DC29B37FD7B8}"/>
              </a:ext>
            </a:extLst>
          </p:cNvPr>
          <p:cNvSpPr>
            <a:spLocks noGrp="1" noChangeArrowheads="1"/>
          </p:cNvSpPr>
          <p:nvPr>
            <p:ph type="title"/>
          </p:nvPr>
        </p:nvSpPr>
        <p:spPr>
          <a:ln/>
        </p:spPr>
        <p:txBody>
          <a:bodyPr/>
          <a:lstStyle/>
          <a:p>
            <a:r>
              <a:rPr lang="en-US" altLang="en-US"/>
              <a:t>Constructing a B-tree (contd.)</a:t>
            </a:r>
          </a:p>
        </p:txBody>
      </p:sp>
      <p:sp>
        <p:nvSpPr>
          <p:cNvPr id="31749" name="Text Box 5">
            <a:extLst>
              <a:ext uri="{FF2B5EF4-FFF2-40B4-BE49-F238E27FC236}">
                <a16:creationId xmlns:a16="http://schemas.microsoft.com/office/drawing/2014/main" id="{1866851D-5354-48DC-804D-5AA1B462EF57}"/>
              </a:ext>
            </a:extLst>
          </p:cNvPr>
          <p:cNvSpPr txBox="1">
            <a:spLocks noChangeArrowheads="1"/>
          </p:cNvSpPr>
          <p:nvPr/>
        </p:nvSpPr>
        <p:spPr bwMode="auto">
          <a:xfrm>
            <a:off x="4343401" y="3124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a:t>
            </a:r>
          </a:p>
        </p:txBody>
      </p:sp>
      <p:sp>
        <p:nvSpPr>
          <p:cNvPr id="31750" name="Text Box 6">
            <a:extLst>
              <a:ext uri="{FF2B5EF4-FFF2-40B4-BE49-F238E27FC236}">
                <a16:creationId xmlns:a16="http://schemas.microsoft.com/office/drawing/2014/main" id="{E3A1201D-1129-43E3-B460-C5C547ABDD42}"/>
              </a:ext>
            </a:extLst>
          </p:cNvPr>
          <p:cNvSpPr txBox="1">
            <a:spLocks noChangeArrowheads="1"/>
          </p:cNvSpPr>
          <p:nvPr/>
        </p:nvSpPr>
        <p:spPr bwMode="auto">
          <a:xfrm>
            <a:off x="4824414" y="3124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a:t>
            </a:r>
          </a:p>
        </p:txBody>
      </p:sp>
      <p:sp>
        <p:nvSpPr>
          <p:cNvPr id="31751" name="Text Box 7">
            <a:extLst>
              <a:ext uri="{FF2B5EF4-FFF2-40B4-BE49-F238E27FC236}">
                <a16:creationId xmlns:a16="http://schemas.microsoft.com/office/drawing/2014/main" id="{73027A0A-BF7E-4F01-9A26-351DA6074934}"/>
              </a:ext>
            </a:extLst>
          </p:cNvPr>
          <p:cNvSpPr txBox="1">
            <a:spLocks noChangeArrowheads="1"/>
          </p:cNvSpPr>
          <p:nvPr/>
        </p:nvSpPr>
        <p:spPr bwMode="auto">
          <a:xfrm>
            <a:off x="5302250" y="2133601"/>
            <a:ext cx="477838"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8</a:t>
            </a:r>
          </a:p>
        </p:txBody>
      </p:sp>
      <p:sp>
        <p:nvSpPr>
          <p:cNvPr id="31752" name="Text Box 8">
            <a:extLst>
              <a:ext uri="{FF2B5EF4-FFF2-40B4-BE49-F238E27FC236}">
                <a16:creationId xmlns:a16="http://schemas.microsoft.com/office/drawing/2014/main" id="{5F89F17D-A037-4E3D-A91C-FEDCC0817880}"/>
              </a:ext>
            </a:extLst>
          </p:cNvPr>
          <p:cNvSpPr txBox="1">
            <a:spLocks noChangeArrowheads="1"/>
          </p:cNvSpPr>
          <p:nvPr/>
        </p:nvSpPr>
        <p:spPr bwMode="auto">
          <a:xfrm>
            <a:off x="5780089" y="3124201"/>
            <a:ext cx="479425"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12</a:t>
            </a:r>
          </a:p>
        </p:txBody>
      </p:sp>
      <p:sp>
        <p:nvSpPr>
          <p:cNvPr id="31753" name="Text Box 9">
            <a:extLst>
              <a:ext uri="{FF2B5EF4-FFF2-40B4-BE49-F238E27FC236}">
                <a16:creationId xmlns:a16="http://schemas.microsoft.com/office/drawing/2014/main" id="{B9E1FFA8-ED78-4E29-AEDA-A1B4411E7375}"/>
              </a:ext>
            </a:extLst>
          </p:cNvPr>
          <p:cNvSpPr txBox="1">
            <a:spLocks noChangeArrowheads="1"/>
          </p:cNvSpPr>
          <p:nvPr/>
        </p:nvSpPr>
        <p:spPr bwMode="auto">
          <a:xfrm>
            <a:off x="6226176" y="3124201"/>
            <a:ext cx="479425"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25</a:t>
            </a:r>
          </a:p>
        </p:txBody>
      </p:sp>
      <p:grpSp>
        <p:nvGrpSpPr>
          <p:cNvPr id="31767" name="Group 23">
            <a:extLst>
              <a:ext uri="{FF2B5EF4-FFF2-40B4-BE49-F238E27FC236}">
                <a16:creationId xmlns:a16="http://schemas.microsoft.com/office/drawing/2014/main" id="{5B2A1E33-0A57-48B5-88E9-41C14160581D}"/>
              </a:ext>
            </a:extLst>
          </p:cNvPr>
          <p:cNvGrpSpPr>
            <a:grpSpLocks/>
          </p:cNvGrpSpPr>
          <p:nvPr/>
        </p:nvGrpSpPr>
        <p:grpSpPr bwMode="auto">
          <a:xfrm>
            <a:off x="2209800" y="3581400"/>
            <a:ext cx="7848600" cy="2057400"/>
            <a:chOff x="432" y="2256"/>
            <a:chExt cx="4944" cy="1296"/>
          </a:xfrm>
        </p:grpSpPr>
        <p:sp>
          <p:nvSpPr>
            <p:cNvPr id="31756" name="Text Box 12">
              <a:extLst>
                <a:ext uri="{FF2B5EF4-FFF2-40B4-BE49-F238E27FC236}">
                  <a16:creationId xmlns:a16="http://schemas.microsoft.com/office/drawing/2014/main" id="{03A8B4A8-764C-4F8A-8669-E2520D126E95}"/>
                </a:ext>
              </a:extLst>
            </p:cNvPr>
            <p:cNvSpPr txBox="1">
              <a:spLocks noChangeArrowheads="1"/>
            </p:cNvSpPr>
            <p:nvPr/>
          </p:nvSpPr>
          <p:spPr bwMode="auto">
            <a:xfrm>
              <a:off x="432" y="2256"/>
              <a:ext cx="49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Times New Roman" panose="02020603050405020304" pitchFamily="18" charset="0"/>
                </a:rPr>
                <a:t>6, 14, 28 get added to the leaf nodes:</a:t>
              </a:r>
              <a:endParaRPr lang="en-US" altLang="en-US" sz="2400">
                <a:latin typeface="Times" panose="02020603050405020304" pitchFamily="18" charset="0"/>
              </a:endParaRPr>
            </a:p>
          </p:txBody>
        </p:sp>
        <p:sp>
          <p:nvSpPr>
            <p:cNvPr id="31757" name="Line 13">
              <a:extLst>
                <a:ext uri="{FF2B5EF4-FFF2-40B4-BE49-F238E27FC236}">
                  <a16:creationId xmlns:a16="http://schemas.microsoft.com/office/drawing/2014/main" id="{3B21D4AB-9882-421B-A586-D7BD9EA0B613}"/>
                </a:ext>
              </a:extLst>
            </p:cNvPr>
            <p:cNvSpPr>
              <a:spLocks noChangeShapeType="1"/>
            </p:cNvSpPr>
            <p:nvPr/>
          </p:nvSpPr>
          <p:spPr bwMode="auto">
            <a:xfrm flipH="1">
              <a:off x="2064" y="2845"/>
              <a:ext cx="432"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1758" name="Line 14">
              <a:extLst>
                <a:ext uri="{FF2B5EF4-FFF2-40B4-BE49-F238E27FC236}">
                  <a16:creationId xmlns:a16="http://schemas.microsoft.com/office/drawing/2014/main" id="{3810E63E-11E8-49E7-91AD-E9BBDEF2BCBD}"/>
                </a:ext>
              </a:extLst>
            </p:cNvPr>
            <p:cNvSpPr>
              <a:spLocks noChangeShapeType="1"/>
            </p:cNvSpPr>
            <p:nvPr/>
          </p:nvSpPr>
          <p:spPr bwMode="auto">
            <a:xfrm>
              <a:off x="2544" y="2845"/>
              <a:ext cx="432"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1759" name="Text Box 15">
              <a:extLst>
                <a:ext uri="{FF2B5EF4-FFF2-40B4-BE49-F238E27FC236}">
                  <a16:creationId xmlns:a16="http://schemas.microsoft.com/office/drawing/2014/main" id="{337082A6-3608-479D-ADD8-1B4048511C9F}"/>
                </a:ext>
              </a:extLst>
            </p:cNvPr>
            <p:cNvSpPr txBox="1">
              <a:spLocks noChangeArrowheads="1"/>
            </p:cNvSpPr>
            <p:nvPr/>
          </p:nvSpPr>
          <p:spPr bwMode="auto">
            <a:xfrm>
              <a:off x="1584" y="3325"/>
              <a:ext cx="303"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a:t>
              </a:r>
            </a:p>
          </p:txBody>
        </p:sp>
        <p:sp>
          <p:nvSpPr>
            <p:cNvPr id="31760" name="Text Box 16">
              <a:extLst>
                <a:ext uri="{FF2B5EF4-FFF2-40B4-BE49-F238E27FC236}">
                  <a16:creationId xmlns:a16="http://schemas.microsoft.com/office/drawing/2014/main" id="{2B4D640E-D137-4CBA-8AAB-D1BC528D8A1A}"/>
                </a:ext>
              </a:extLst>
            </p:cNvPr>
            <p:cNvSpPr txBox="1">
              <a:spLocks noChangeArrowheads="1"/>
            </p:cNvSpPr>
            <p:nvPr/>
          </p:nvSpPr>
          <p:spPr bwMode="auto">
            <a:xfrm>
              <a:off x="1887" y="3325"/>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a:t>
              </a:r>
            </a:p>
          </p:txBody>
        </p:sp>
        <p:sp>
          <p:nvSpPr>
            <p:cNvPr id="31761" name="Text Box 17">
              <a:extLst>
                <a:ext uri="{FF2B5EF4-FFF2-40B4-BE49-F238E27FC236}">
                  <a16:creationId xmlns:a16="http://schemas.microsoft.com/office/drawing/2014/main" id="{E8199FC6-C7FB-4894-A89E-357D8FEE8532}"/>
                </a:ext>
              </a:extLst>
            </p:cNvPr>
            <p:cNvSpPr txBox="1">
              <a:spLocks noChangeArrowheads="1"/>
            </p:cNvSpPr>
            <p:nvPr/>
          </p:nvSpPr>
          <p:spPr bwMode="auto">
            <a:xfrm>
              <a:off x="2380" y="2701"/>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8</a:t>
              </a:r>
            </a:p>
          </p:txBody>
        </p:sp>
        <p:sp>
          <p:nvSpPr>
            <p:cNvPr id="31762" name="Text Box 18">
              <a:extLst>
                <a:ext uri="{FF2B5EF4-FFF2-40B4-BE49-F238E27FC236}">
                  <a16:creationId xmlns:a16="http://schemas.microsoft.com/office/drawing/2014/main" id="{A3849787-16AB-4BAE-877B-67A8B7EABB08}"/>
                </a:ext>
              </a:extLst>
            </p:cNvPr>
            <p:cNvSpPr txBox="1">
              <a:spLocks noChangeArrowheads="1"/>
            </p:cNvSpPr>
            <p:nvPr/>
          </p:nvSpPr>
          <p:spPr bwMode="auto">
            <a:xfrm>
              <a:off x="2681" y="3325"/>
              <a:ext cx="302"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12</a:t>
              </a:r>
            </a:p>
          </p:txBody>
        </p:sp>
        <p:sp>
          <p:nvSpPr>
            <p:cNvPr id="31763" name="Text Box 19">
              <a:extLst>
                <a:ext uri="{FF2B5EF4-FFF2-40B4-BE49-F238E27FC236}">
                  <a16:creationId xmlns:a16="http://schemas.microsoft.com/office/drawing/2014/main" id="{4D85FD8E-69D7-44B4-845C-29A7AA0FE336}"/>
                </a:ext>
              </a:extLst>
            </p:cNvPr>
            <p:cNvSpPr txBox="1">
              <a:spLocks noChangeArrowheads="1"/>
            </p:cNvSpPr>
            <p:nvPr/>
          </p:nvSpPr>
          <p:spPr bwMode="auto">
            <a:xfrm>
              <a:off x="2962" y="3325"/>
              <a:ext cx="302"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14</a:t>
              </a:r>
            </a:p>
          </p:txBody>
        </p:sp>
        <p:sp>
          <p:nvSpPr>
            <p:cNvPr id="31764" name="Text Box 20">
              <a:extLst>
                <a:ext uri="{FF2B5EF4-FFF2-40B4-BE49-F238E27FC236}">
                  <a16:creationId xmlns:a16="http://schemas.microsoft.com/office/drawing/2014/main" id="{0040323C-C65A-4595-A40C-1C87CACCEE53}"/>
                </a:ext>
              </a:extLst>
            </p:cNvPr>
            <p:cNvSpPr txBox="1">
              <a:spLocks noChangeArrowheads="1"/>
            </p:cNvSpPr>
            <p:nvPr/>
          </p:nvSpPr>
          <p:spPr bwMode="auto">
            <a:xfrm>
              <a:off x="2147" y="3325"/>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6</a:t>
              </a:r>
            </a:p>
          </p:txBody>
        </p:sp>
        <p:sp>
          <p:nvSpPr>
            <p:cNvPr id="31765" name="Text Box 21">
              <a:extLst>
                <a:ext uri="{FF2B5EF4-FFF2-40B4-BE49-F238E27FC236}">
                  <a16:creationId xmlns:a16="http://schemas.microsoft.com/office/drawing/2014/main" id="{661A6270-5C51-49D8-A1A8-CD62CDA02FA5}"/>
                </a:ext>
              </a:extLst>
            </p:cNvPr>
            <p:cNvSpPr txBox="1">
              <a:spLocks noChangeArrowheads="1"/>
            </p:cNvSpPr>
            <p:nvPr/>
          </p:nvSpPr>
          <p:spPr bwMode="auto">
            <a:xfrm>
              <a:off x="3264" y="3325"/>
              <a:ext cx="302"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25</a:t>
              </a:r>
            </a:p>
          </p:txBody>
        </p:sp>
        <p:sp>
          <p:nvSpPr>
            <p:cNvPr id="31766" name="Text Box 22">
              <a:extLst>
                <a:ext uri="{FF2B5EF4-FFF2-40B4-BE49-F238E27FC236}">
                  <a16:creationId xmlns:a16="http://schemas.microsoft.com/office/drawing/2014/main" id="{A3FC209F-716F-4AB7-A49A-124D32FC10CF}"/>
                </a:ext>
              </a:extLst>
            </p:cNvPr>
            <p:cNvSpPr txBox="1">
              <a:spLocks noChangeArrowheads="1"/>
            </p:cNvSpPr>
            <p:nvPr/>
          </p:nvSpPr>
          <p:spPr bwMode="auto">
            <a:xfrm>
              <a:off x="3545" y="3325"/>
              <a:ext cx="302"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28</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1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ooter Placeholder 33">
            <a:extLst>
              <a:ext uri="{FF2B5EF4-FFF2-40B4-BE49-F238E27FC236}">
                <a16:creationId xmlns:a16="http://schemas.microsoft.com/office/drawing/2014/main" id="{257390CE-0A7A-4755-A6B5-638D2142EC1B}"/>
              </a:ext>
            </a:extLst>
          </p:cNvPr>
          <p:cNvSpPr>
            <a:spLocks noGrp="1"/>
          </p:cNvSpPr>
          <p:nvPr>
            <p:ph type="ftr" sz="quarter" idx="10"/>
          </p:nvPr>
        </p:nvSpPr>
        <p:spPr/>
        <p:txBody>
          <a:bodyPr/>
          <a:lstStyle/>
          <a:p>
            <a:r>
              <a:rPr lang="en-US" altLang="en-US"/>
              <a:t>B-Trees</a:t>
            </a:r>
          </a:p>
        </p:txBody>
      </p:sp>
      <p:sp>
        <p:nvSpPr>
          <p:cNvPr id="35" name="Slide Number Placeholder 34">
            <a:extLst>
              <a:ext uri="{FF2B5EF4-FFF2-40B4-BE49-F238E27FC236}">
                <a16:creationId xmlns:a16="http://schemas.microsoft.com/office/drawing/2014/main" id="{46087A25-DA69-4E47-B787-B0359742C685}"/>
              </a:ext>
            </a:extLst>
          </p:cNvPr>
          <p:cNvSpPr>
            <a:spLocks noGrp="1"/>
          </p:cNvSpPr>
          <p:nvPr>
            <p:ph type="sldNum" sz="quarter" idx="11"/>
          </p:nvPr>
        </p:nvSpPr>
        <p:spPr/>
        <p:txBody>
          <a:bodyPr/>
          <a:lstStyle/>
          <a:p>
            <a:fld id="{86B03BC9-F6D6-4A63-B6EE-EB4E30838002}" type="slidenum">
              <a:rPr lang="en-US" altLang="en-US"/>
              <a:pPr/>
              <a:t>30</a:t>
            </a:fld>
            <a:endParaRPr lang="en-US" altLang="en-US"/>
          </a:p>
        </p:txBody>
      </p:sp>
      <p:sp>
        <p:nvSpPr>
          <p:cNvPr id="32781" name="Line 13">
            <a:extLst>
              <a:ext uri="{FF2B5EF4-FFF2-40B4-BE49-F238E27FC236}">
                <a16:creationId xmlns:a16="http://schemas.microsoft.com/office/drawing/2014/main" id="{A4CE09FB-025F-4F33-B7DC-4C40B2C312FB}"/>
              </a:ext>
            </a:extLst>
          </p:cNvPr>
          <p:cNvSpPr>
            <a:spLocks noChangeShapeType="1"/>
          </p:cNvSpPr>
          <p:nvPr/>
        </p:nvSpPr>
        <p:spPr bwMode="auto">
          <a:xfrm flipH="1">
            <a:off x="4495800" y="3048000"/>
            <a:ext cx="9144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782" name="Line 14">
            <a:extLst>
              <a:ext uri="{FF2B5EF4-FFF2-40B4-BE49-F238E27FC236}">
                <a16:creationId xmlns:a16="http://schemas.microsoft.com/office/drawing/2014/main" id="{77F071EE-225B-4C55-A7CE-D88A211C9BEC}"/>
              </a:ext>
            </a:extLst>
          </p:cNvPr>
          <p:cNvSpPr>
            <a:spLocks noChangeShapeType="1"/>
          </p:cNvSpPr>
          <p:nvPr/>
        </p:nvSpPr>
        <p:spPr bwMode="auto">
          <a:xfrm>
            <a:off x="5715000" y="3048000"/>
            <a:ext cx="3810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783" name="Line 15">
            <a:extLst>
              <a:ext uri="{FF2B5EF4-FFF2-40B4-BE49-F238E27FC236}">
                <a16:creationId xmlns:a16="http://schemas.microsoft.com/office/drawing/2014/main" id="{39A0B241-22E3-4481-B9AC-A1968856C835}"/>
              </a:ext>
            </a:extLst>
          </p:cNvPr>
          <p:cNvSpPr>
            <a:spLocks noChangeShapeType="1"/>
          </p:cNvSpPr>
          <p:nvPr/>
        </p:nvSpPr>
        <p:spPr bwMode="auto">
          <a:xfrm>
            <a:off x="6019800" y="3048000"/>
            <a:ext cx="13716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770" name="Rectangle 2">
            <a:extLst>
              <a:ext uri="{FF2B5EF4-FFF2-40B4-BE49-F238E27FC236}">
                <a16:creationId xmlns:a16="http://schemas.microsoft.com/office/drawing/2014/main" id="{10C5B01F-A06A-4C77-92BF-C7DE8A8320EE}"/>
              </a:ext>
            </a:extLst>
          </p:cNvPr>
          <p:cNvSpPr>
            <a:spLocks noGrp="1" noChangeArrowheads="1"/>
          </p:cNvSpPr>
          <p:nvPr>
            <p:ph type="title"/>
          </p:nvPr>
        </p:nvSpPr>
        <p:spPr>
          <a:ln/>
        </p:spPr>
        <p:txBody>
          <a:bodyPr/>
          <a:lstStyle/>
          <a:p>
            <a:r>
              <a:rPr lang="en-US" altLang="en-US"/>
              <a:t>Constructing a B-tree (contd.)</a:t>
            </a:r>
          </a:p>
        </p:txBody>
      </p:sp>
      <p:sp>
        <p:nvSpPr>
          <p:cNvPr id="32771" name="Text Box 3">
            <a:extLst>
              <a:ext uri="{FF2B5EF4-FFF2-40B4-BE49-F238E27FC236}">
                <a16:creationId xmlns:a16="http://schemas.microsoft.com/office/drawing/2014/main" id="{B67CA45A-B0CE-41CE-9E7D-30F613261C23}"/>
              </a:ext>
            </a:extLst>
          </p:cNvPr>
          <p:cNvSpPr txBox="1">
            <a:spLocks noChangeArrowheads="1"/>
          </p:cNvSpPr>
          <p:nvPr/>
        </p:nvSpPr>
        <p:spPr bwMode="auto">
          <a:xfrm>
            <a:off x="1981200" y="1752601"/>
            <a:ext cx="838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Times New Roman" panose="02020603050405020304" pitchFamily="18" charset="0"/>
              </a:rPr>
              <a:t>Adding 17 to the right leaf node would over-fill it, so we take the middle key, promote it (to the root) and split the leaf</a:t>
            </a:r>
          </a:p>
        </p:txBody>
      </p:sp>
      <p:sp>
        <p:nvSpPr>
          <p:cNvPr id="32772" name="Text Box 4">
            <a:extLst>
              <a:ext uri="{FF2B5EF4-FFF2-40B4-BE49-F238E27FC236}">
                <a16:creationId xmlns:a16="http://schemas.microsoft.com/office/drawing/2014/main" id="{A3DA7B31-15E5-4ACD-A3BE-AA0C1DA734C5}"/>
              </a:ext>
            </a:extLst>
          </p:cNvPr>
          <p:cNvSpPr txBox="1">
            <a:spLocks noChangeArrowheads="1"/>
          </p:cNvSpPr>
          <p:nvPr/>
        </p:nvSpPr>
        <p:spPr bwMode="auto">
          <a:xfrm>
            <a:off x="5213351" y="26670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8</a:t>
            </a:r>
          </a:p>
        </p:txBody>
      </p:sp>
      <p:sp>
        <p:nvSpPr>
          <p:cNvPr id="32773" name="Text Box 5">
            <a:extLst>
              <a:ext uri="{FF2B5EF4-FFF2-40B4-BE49-F238E27FC236}">
                <a16:creationId xmlns:a16="http://schemas.microsoft.com/office/drawing/2014/main" id="{FC90C6FF-FB5D-42AD-9109-438F7B9A31F1}"/>
              </a:ext>
            </a:extLst>
          </p:cNvPr>
          <p:cNvSpPr txBox="1">
            <a:spLocks noChangeArrowheads="1"/>
          </p:cNvSpPr>
          <p:nvPr/>
        </p:nvSpPr>
        <p:spPr bwMode="auto">
          <a:xfrm>
            <a:off x="5694364" y="26670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17</a:t>
            </a:r>
          </a:p>
        </p:txBody>
      </p:sp>
      <p:sp>
        <p:nvSpPr>
          <p:cNvPr id="32774" name="Text Box 6">
            <a:extLst>
              <a:ext uri="{FF2B5EF4-FFF2-40B4-BE49-F238E27FC236}">
                <a16:creationId xmlns:a16="http://schemas.microsoft.com/office/drawing/2014/main" id="{632622B7-64A9-4AC2-AA1C-CE325B2F7336}"/>
              </a:ext>
            </a:extLst>
          </p:cNvPr>
          <p:cNvSpPr txBox="1">
            <a:spLocks noChangeArrowheads="1"/>
          </p:cNvSpPr>
          <p:nvPr/>
        </p:nvSpPr>
        <p:spPr bwMode="auto">
          <a:xfrm>
            <a:off x="5594351" y="3602038"/>
            <a:ext cx="481013"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12</a:t>
            </a:r>
          </a:p>
        </p:txBody>
      </p:sp>
      <p:sp>
        <p:nvSpPr>
          <p:cNvPr id="32775" name="Text Box 7">
            <a:extLst>
              <a:ext uri="{FF2B5EF4-FFF2-40B4-BE49-F238E27FC236}">
                <a16:creationId xmlns:a16="http://schemas.microsoft.com/office/drawing/2014/main" id="{347661AF-018C-4F49-8E76-577DFF94A2EC}"/>
              </a:ext>
            </a:extLst>
          </p:cNvPr>
          <p:cNvSpPr txBox="1">
            <a:spLocks noChangeArrowheads="1"/>
          </p:cNvSpPr>
          <p:nvPr/>
        </p:nvSpPr>
        <p:spPr bwMode="auto">
          <a:xfrm>
            <a:off x="6075364" y="3602038"/>
            <a:ext cx="477837"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14</a:t>
            </a:r>
          </a:p>
        </p:txBody>
      </p:sp>
      <p:sp>
        <p:nvSpPr>
          <p:cNvPr id="32776" name="Text Box 8">
            <a:extLst>
              <a:ext uri="{FF2B5EF4-FFF2-40B4-BE49-F238E27FC236}">
                <a16:creationId xmlns:a16="http://schemas.microsoft.com/office/drawing/2014/main" id="{20F3C9AD-B1B7-43DF-A406-2A831282A5AF}"/>
              </a:ext>
            </a:extLst>
          </p:cNvPr>
          <p:cNvSpPr txBox="1">
            <a:spLocks noChangeArrowheads="1"/>
          </p:cNvSpPr>
          <p:nvPr/>
        </p:nvSpPr>
        <p:spPr bwMode="auto">
          <a:xfrm>
            <a:off x="6889751" y="3602038"/>
            <a:ext cx="481013"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25</a:t>
            </a:r>
          </a:p>
        </p:txBody>
      </p:sp>
      <p:sp>
        <p:nvSpPr>
          <p:cNvPr id="32777" name="Text Box 9">
            <a:extLst>
              <a:ext uri="{FF2B5EF4-FFF2-40B4-BE49-F238E27FC236}">
                <a16:creationId xmlns:a16="http://schemas.microsoft.com/office/drawing/2014/main" id="{70F655D3-3DD7-48F4-964C-F44A5AB33B64}"/>
              </a:ext>
            </a:extLst>
          </p:cNvPr>
          <p:cNvSpPr txBox="1">
            <a:spLocks noChangeArrowheads="1"/>
          </p:cNvSpPr>
          <p:nvPr/>
        </p:nvSpPr>
        <p:spPr bwMode="auto">
          <a:xfrm>
            <a:off x="7370764" y="3602038"/>
            <a:ext cx="477837"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28</a:t>
            </a:r>
          </a:p>
        </p:txBody>
      </p:sp>
      <p:sp>
        <p:nvSpPr>
          <p:cNvPr id="32778" name="Text Box 10">
            <a:extLst>
              <a:ext uri="{FF2B5EF4-FFF2-40B4-BE49-F238E27FC236}">
                <a16:creationId xmlns:a16="http://schemas.microsoft.com/office/drawing/2014/main" id="{56A6BC31-2163-413E-8A8D-AB935884CD59}"/>
              </a:ext>
            </a:extLst>
          </p:cNvPr>
          <p:cNvSpPr txBox="1">
            <a:spLocks noChangeArrowheads="1"/>
          </p:cNvSpPr>
          <p:nvPr/>
        </p:nvSpPr>
        <p:spPr bwMode="auto">
          <a:xfrm>
            <a:off x="3810001" y="3602038"/>
            <a:ext cx="481013"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a:t>
            </a:r>
          </a:p>
        </p:txBody>
      </p:sp>
      <p:sp>
        <p:nvSpPr>
          <p:cNvPr id="32779" name="Text Box 11">
            <a:extLst>
              <a:ext uri="{FF2B5EF4-FFF2-40B4-BE49-F238E27FC236}">
                <a16:creationId xmlns:a16="http://schemas.microsoft.com/office/drawing/2014/main" id="{AEF1FB7E-98C4-470C-BDF2-EE6C4FCB43C1}"/>
              </a:ext>
            </a:extLst>
          </p:cNvPr>
          <p:cNvSpPr txBox="1">
            <a:spLocks noChangeArrowheads="1"/>
          </p:cNvSpPr>
          <p:nvPr/>
        </p:nvSpPr>
        <p:spPr bwMode="auto">
          <a:xfrm>
            <a:off x="4291014" y="3602038"/>
            <a:ext cx="477837"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a:t>
            </a:r>
          </a:p>
        </p:txBody>
      </p:sp>
      <p:sp>
        <p:nvSpPr>
          <p:cNvPr id="32780" name="Text Box 12">
            <a:extLst>
              <a:ext uri="{FF2B5EF4-FFF2-40B4-BE49-F238E27FC236}">
                <a16:creationId xmlns:a16="http://schemas.microsoft.com/office/drawing/2014/main" id="{EA307CB3-730B-48DC-AEF5-BC6A9957C1F7}"/>
              </a:ext>
            </a:extLst>
          </p:cNvPr>
          <p:cNvSpPr txBox="1">
            <a:spLocks noChangeArrowheads="1"/>
          </p:cNvSpPr>
          <p:nvPr/>
        </p:nvSpPr>
        <p:spPr bwMode="auto">
          <a:xfrm>
            <a:off x="4703764" y="3602038"/>
            <a:ext cx="477837"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6</a:t>
            </a:r>
          </a:p>
        </p:txBody>
      </p:sp>
      <p:grpSp>
        <p:nvGrpSpPr>
          <p:cNvPr id="32802" name="Group 34">
            <a:extLst>
              <a:ext uri="{FF2B5EF4-FFF2-40B4-BE49-F238E27FC236}">
                <a16:creationId xmlns:a16="http://schemas.microsoft.com/office/drawing/2014/main" id="{35EA5001-9F5E-4C26-A323-8745DAB578A4}"/>
              </a:ext>
            </a:extLst>
          </p:cNvPr>
          <p:cNvGrpSpPr>
            <a:grpSpLocks/>
          </p:cNvGrpSpPr>
          <p:nvPr/>
        </p:nvGrpSpPr>
        <p:grpSpPr bwMode="auto">
          <a:xfrm>
            <a:off x="2057400" y="4038600"/>
            <a:ext cx="8229600" cy="1828800"/>
            <a:chOff x="336" y="2544"/>
            <a:chExt cx="5184" cy="1152"/>
          </a:xfrm>
        </p:grpSpPr>
        <p:sp>
          <p:nvSpPr>
            <p:cNvPr id="32784" name="Text Box 16">
              <a:extLst>
                <a:ext uri="{FF2B5EF4-FFF2-40B4-BE49-F238E27FC236}">
                  <a16:creationId xmlns:a16="http://schemas.microsoft.com/office/drawing/2014/main" id="{878C0B24-95F7-46CB-876D-1607E1DE51A1}"/>
                </a:ext>
              </a:extLst>
            </p:cNvPr>
            <p:cNvSpPr txBox="1">
              <a:spLocks noChangeArrowheads="1"/>
            </p:cNvSpPr>
            <p:nvPr/>
          </p:nvSpPr>
          <p:spPr bwMode="auto">
            <a:xfrm>
              <a:off x="336" y="2544"/>
              <a:ext cx="51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Times" panose="02020603050405020304" pitchFamily="18" charset="0"/>
                </a:rPr>
                <a:t>7, 52, 16, 48 get added to the leaf nodes</a:t>
              </a:r>
            </a:p>
          </p:txBody>
        </p:sp>
        <p:sp>
          <p:nvSpPr>
            <p:cNvPr id="32785" name="Line 17">
              <a:extLst>
                <a:ext uri="{FF2B5EF4-FFF2-40B4-BE49-F238E27FC236}">
                  <a16:creationId xmlns:a16="http://schemas.microsoft.com/office/drawing/2014/main" id="{970273B1-A92F-4F5D-8E74-5837992B245C}"/>
                </a:ext>
              </a:extLst>
            </p:cNvPr>
            <p:cNvSpPr>
              <a:spLocks noChangeShapeType="1"/>
            </p:cNvSpPr>
            <p:nvPr/>
          </p:nvSpPr>
          <p:spPr bwMode="auto">
            <a:xfrm flipH="1">
              <a:off x="1392" y="3120"/>
              <a:ext cx="1056" cy="4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786" name="Line 18">
              <a:extLst>
                <a:ext uri="{FF2B5EF4-FFF2-40B4-BE49-F238E27FC236}">
                  <a16:creationId xmlns:a16="http://schemas.microsoft.com/office/drawing/2014/main" id="{95D0903C-BF6F-4223-A58B-10A8C168312C}"/>
                </a:ext>
              </a:extLst>
            </p:cNvPr>
            <p:cNvSpPr>
              <a:spLocks noChangeShapeType="1"/>
            </p:cNvSpPr>
            <p:nvPr/>
          </p:nvSpPr>
          <p:spPr bwMode="auto">
            <a:xfrm>
              <a:off x="2640" y="3120"/>
              <a:ext cx="0"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787" name="Line 19">
              <a:extLst>
                <a:ext uri="{FF2B5EF4-FFF2-40B4-BE49-F238E27FC236}">
                  <a16:creationId xmlns:a16="http://schemas.microsoft.com/office/drawing/2014/main" id="{970D456C-9826-474D-92CB-D3F1B466B388}"/>
                </a:ext>
              </a:extLst>
            </p:cNvPr>
            <p:cNvSpPr>
              <a:spLocks noChangeShapeType="1"/>
            </p:cNvSpPr>
            <p:nvPr/>
          </p:nvSpPr>
          <p:spPr bwMode="auto">
            <a:xfrm>
              <a:off x="2832" y="3120"/>
              <a:ext cx="1104" cy="4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788" name="Text Box 20">
              <a:extLst>
                <a:ext uri="{FF2B5EF4-FFF2-40B4-BE49-F238E27FC236}">
                  <a16:creationId xmlns:a16="http://schemas.microsoft.com/office/drawing/2014/main" id="{89C029A7-FC47-498A-99DF-B8CFC24DE352}"/>
                </a:ext>
              </a:extLst>
            </p:cNvPr>
            <p:cNvSpPr txBox="1">
              <a:spLocks noChangeArrowheads="1"/>
            </p:cNvSpPr>
            <p:nvPr/>
          </p:nvSpPr>
          <p:spPr bwMode="auto">
            <a:xfrm>
              <a:off x="2324" y="2880"/>
              <a:ext cx="303"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8</a:t>
              </a:r>
            </a:p>
          </p:txBody>
        </p:sp>
        <p:sp>
          <p:nvSpPr>
            <p:cNvPr id="32789" name="Text Box 21">
              <a:extLst>
                <a:ext uri="{FF2B5EF4-FFF2-40B4-BE49-F238E27FC236}">
                  <a16:creationId xmlns:a16="http://schemas.microsoft.com/office/drawing/2014/main" id="{5C9A9021-9EAB-49D2-A12A-874433E32F75}"/>
                </a:ext>
              </a:extLst>
            </p:cNvPr>
            <p:cNvSpPr txBox="1">
              <a:spLocks noChangeArrowheads="1"/>
            </p:cNvSpPr>
            <p:nvPr/>
          </p:nvSpPr>
          <p:spPr bwMode="auto">
            <a:xfrm>
              <a:off x="2627" y="2880"/>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17</a:t>
              </a:r>
            </a:p>
          </p:txBody>
        </p:sp>
        <p:sp>
          <p:nvSpPr>
            <p:cNvPr id="32790" name="Text Box 22">
              <a:extLst>
                <a:ext uri="{FF2B5EF4-FFF2-40B4-BE49-F238E27FC236}">
                  <a16:creationId xmlns:a16="http://schemas.microsoft.com/office/drawing/2014/main" id="{13E656BF-74F6-4924-85B5-D1ED22603F24}"/>
                </a:ext>
              </a:extLst>
            </p:cNvPr>
            <p:cNvSpPr txBox="1">
              <a:spLocks noChangeArrowheads="1"/>
            </p:cNvSpPr>
            <p:nvPr/>
          </p:nvSpPr>
          <p:spPr bwMode="auto">
            <a:xfrm>
              <a:off x="2208" y="3469"/>
              <a:ext cx="303"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12</a:t>
              </a:r>
            </a:p>
          </p:txBody>
        </p:sp>
        <p:sp>
          <p:nvSpPr>
            <p:cNvPr id="32791" name="Text Box 23">
              <a:extLst>
                <a:ext uri="{FF2B5EF4-FFF2-40B4-BE49-F238E27FC236}">
                  <a16:creationId xmlns:a16="http://schemas.microsoft.com/office/drawing/2014/main" id="{73B9DE94-A0E4-418F-AB86-4844A990F4CB}"/>
                </a:ext>
              </a:extLst>
            </p:cNvPr>
            <p:cNvSpPr txBox="1">
              <a:spLocks noChangeArrowheads="1"/>
            </p:cNvSpPr>
            <p:nvPr/>
          </p:nvSpPr>
          <p:spPr bwMode="auto">
            <a:xfrm>
              <a:off x="2511" y="3469"/>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14</a:t>
              </a:r>
            </a:p>
          </p:txBody>
        </p:sp>
        <p:sp>
          <p:nvSpPr>
            <p:cNvPr id="32792" name="Text Box 24">
              <a:extLst>
                <a:ext uri="{FF2B5EF4-FFF2-40B4-BE49-F238E27FC236}">
                  <a16:creationId xmlns:a16="http://schemas.microsoft.com/office/drawing/2014/main" id="{013FF347-5E78-4C4B-9689-33DD62F700EC}"/>
                </a:ext>
              </a:extLst>
            </p:cNvPr>
            <p:cNvSpPr txBox="1">
              <a:spLocks noChangeArrowheads="1"/>
            </p:cNvSpPr>
            <p:nvPr/>
          </p:nvSpPr>
          <p:spPr bwMode="auto">
            <a:xfrm>
              <a:off x="3380" y="3469"/>
              <a:ext cx="303"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25</a:t>
              </a:r>
            </a:p>
          </p:txBody>
        </p:sp>
        <p:sp>
          <p:nvSpPr>
            <p:cNvPr id="32793" name="Text Box 25">
              <a:extLst>
                <a:ext uri="{FF2B5EF4-FFF2-40B4-BE49-F238E27FC236}">
                  <a16:creationId xmlns:a16="http://schemas.microsoft.com/office/drawing/2014/main" id="{B95D7614-F832-4ABB-8D6D-CEA17F87A74C}"/>
                </a:ext>
              </a:extLst>
            </p:cNvPr>
            <p:cNvSpPr txBox="1">
              <a:spLocks noChangeArrowheads="1"/>
            </p:cNvSpPr>
            <p:nvPr/>
          </p:nvSpPr>
          <p:spPr bwMode="auto">
            <a:xfrm>
              <a:off x="3683" y="3469"/>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28</a:t>
              </a:r>
            </a:p>
          </p:txBody>
        </p:sp>
        <p:sp>
          <p:nvSpPr>
            <p:cNvPr id="32794" name="Text Box 26">
              <a:extLst>
                <a:ext uri="{FF2B5EF4-FFF2-40B4-BE49-F238E27FC236}">
                  <a16:creationId xmlns:a16="http://schemas.microsoft.com/office/drawing/2014/main" id="{29AEA133-D0AD-44AC-B4C2-9722C5EEF06A}"/>
                </a:ext>
              </a:extLst>
            </p:cNvPr>
            <p:cNvSpPr txBox="1">
              <a:spLocks noChangeArrowheads="1"/>
            </p:cNvSpPr>
            <p:nvPr/>
          </p:nvSpPr>
          <p:spPr bwMode="auto">
            <a:xfrm>
              <a:off x="816" y="3469"/>
              <a:ext cx="303"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a:t>
              </a:r>
            </a:p>
          </p:txBody>
        </p:sp>
        <p:sp>
          <p:nvSpPr>
            <p:cNvPr id="32795" name="Text Box 27">
              <a:extLst>
                <a:ext uri="{FF2B5EF4-FFF2-40B4-BE49-F238E27FC236}">
                  <a16:creationId xmlns:a16="http://schemas.microsoft.com/office/drawing/2014/main" id="{4D3C9063-A203-4C5C-B1DE-9F3DABBE9B26}"/>
                </a:ext>
              </a:extLst>
            </p:cNvPr>
            <p:cNvSpPr txBox="1">
              <a:spLocks noChangeArrowheads="1"/>
            </p:cNvSpPr>
            <p:nvPr/>
          </p:nvSpPr>
          <p:spPr bwMode="auto">
            <a:xfrm>
              <a:off x="1119" y="3469"/>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a:t>
              </a:r>
            </a:p>
          </p:txBody>
        </p:sp>
        <p:sp>
          <p:nvSpPr>
            <p:cNvPr id="32796" name="Text Box 28">
              <a:extLst>
                <a:ext uri="{FF2B5EF4-FFF2-40B4-BE49-F238E27FC236}">
                  <a16:creationId xmlns:a16="http://schemas.microsoft.com/office/drawing/2014/main" id="{181E8188-6305-4AC0-8931-257CECD5B487}"/>
                </a:ext>
              </a:extLst>
            </p:cNvPr>
            <p:cNvSpPr txBox="1">
              <a:spLocks noChangeArrowheads="1"/>
            </p:cNvSpPr>
            <p:nvPr/>
          </p:nvSpPr>
          <p:spPr bwMode="auto">
            <a:xfrm>
              <a:off x="1379" y="3469"/>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6</a:t>
              </a:r>
            </a:p>
          </p:txBody>
        </p:sp>
        <p:sp>
          <p:nvSpPr>
            <p:cNvPr id="32797" name="Text Box 29">
              <a:extLst>
                <a:ext uri="{FF2B5EF4-FFF2-40B4-BE49-F238E27FC236}">
                  <a16:creationId xmlns:a16="http://schemas.microsoft.com/office/drawing/2014/main" id="{9A37D6E6-A159-48F4-A28C-74BE25A7DE10}"/>
                </a:ext>
              </a:extLst>
            </p:cNvPr>
            <p:cNvSpPr txBox="1">
              <a:spLocks noChangeArrowheads="1"/>
            </p:cNvSpPr>
            <p:nvPr/>
          </p:nvSpPr>
          <p:spPr bwMode="auto">
            <a:xfrm>
              <a:off x="2784" y="3469"/>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16</a:t>
              </a:r>
            </a:p>
          </p:txBody>
        </p:sp>
        <p:sp>
          <p:nvSpPr>
            <p:cNvPr id="32798" name="Text Box 30">
              <a:extLst>
                <a:ext uri="{FF2B5EF4-FFF2-40B4-BE49-F238E27FC236}">
                  <a16:creationId xmlns:a16="http://schemas.microsoft.com/office/drawing/2014/main" id="{89DB23A8-65AE-4C6E-98D6-3BE46C17BC31}"/>
                </a:ext>
              </a:extLst>
            </p:cNvPr>
            <p:cNvSpPr txBox="1">
              <a:spLocks noChangeArrowheads="1"/>
            </p:cNvSpPr>
            <p:nvPr/>
          </p:nvSpPr>
          <p:spPr bwMode="auto">
            <a:xfrm>
              <a:off x="3956" y="3469"/>
              <a:ext cx="303"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48</a:t>
              </a:r>
            </a:p>
          </p:txBody>
        </p:sp>
        <p:sp>
          <p:nvSpPr>
            <p:cNvPr id="32799" name="Text Box 31">
              <a:extLst>
                <a:ext uri="{FF2B5EF4-FFF2-40B4-BE49-F238E27FC236}">
                  <a16:creationId xmlns:a16="http://schemas.microsoft.com/office/drawing/2014/main" id="{A67E60FC-9E41-4D06-BC3B-64798226E4B5}"/>
                </a:ext>
              </a:extLst>
            </p:cNvPr>
            <p:cNvSpPr txBox="1">
              <a:spLocks noChangeArrowheads="1"/>
            </p:cNvSpPr>
            <p:nvPr/>
          </p:nvSpPr>
          <p:spPr bwMode="auto">
            <a:xfrm>
              <a:off x="4259" y="3469"/>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52</a:t>
              </a:r>
            </a:p>
          </p:txBody>
        </p:sp>
        <p:sp>
          <p:nvSpPr>
            <p:cNvPr id="32801" name="Text Box 33">
              <a:extLst>
                <a:ext uri="{FF2B5EF4-FFF2-40B4-BE49-F238E27FC236}">
                  <a16:creationId xmlns:a16="http://schemas.microsoft.com/office/drawing/2014/main" id="{202A83EE-4D9C-466F-8488-9193719E0557}"/>
                </a:ext>
              </a:extLst>
            </p:cNvPr>
            <p:cNvSpPr txBox="1">
              <a:spLocks noChangeArrowheads="1"/>
            </p:cNvSpPr>
            <p:nvPr/>
          </p:nvSpPr>
          <p:spPr bwMode="auto">
            <a:xfrm>
              <a:off x="1619" y="3469"/>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7</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28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34">
            <a:extLst>
              <a:ext uri="{FF2B5EF4-FFF2-40B4-BE49-F238E27FC236}">
                <a16:creationId xmlns:a16="http://schemas.microsoft.com/office/drawing/2014/main" id="{83EC9038-C3F6-4327-8161-A8360B76B873}"/>
              </a:ext>
            </a:extLst>
          </p:cNvPr>
          <p:cNvSpPr>
            <a:spLocks noGrp="1"/>
          </p:cNvSpPr>
          <p:nvPr>
            <p:ph type="ftr" sz="quarter" idx="10"/>
          </p:nvPr>
        </p:nvSpPr>
        <p:spPr/>
        <p:txBody>
          <a:bodyPr/>
          <a:lstStyle/>
          <a:p>
            <a:r>
              <a:rPr lang="en-US" altLang="en-US"/>
              <a:t>B-Trees</a:t>
            </a:r>
          </a:p>
        </p:txBody>
      </p:sp>
      <p:sp>
        <p:nvSpPr>
          <p:cNvPr id="36" name="Slide Number Placeholder 35">
            <a:extLst>
              <a:ext uri="{FF2B5EF4-FFF2-40B4-BE49-F238E27FC236}">
                <a16:creationId xmlns:a16="http://schemas.microsoft.com/office/drawing/2014/main" id="{AE5BEEF4-EFA5-4EF9-B671-1208C8E904F5}"/>
              </a:ext>
            </a:extLst>
          </p:cNvPr>
          <p:cNvSpPr>
            <a:spLocks noGrp="1"/>
          </p:cNvSpPr>
          <p:nvPr>
            <p:ph type="sldNum" sz="quarter" idx="11"/>
          </p:nvPr>
        </p:nvSpPr>
        <p:spPr/>
        <p:txBody>
          <a:bodyPr/>
          <a:lstStyle/>
          <a:p>
            <a:fld id="{8A06158E-30E4-4070-8B3D-BE162875619C}" type="slidenum">
              <a:rPr lang="en-US" altLang="en-US"/>
              <a:pPr/>
              <a:t>31</a:t>
            </a:fld>
            <a:endParaRPr lang="en-US" altLang="en-US"/>
          </a:p>
        </p:txBody>
      </p:sp>
      <p:sp>
        <p:nvSpPr>
          <p:cNvPr id="33815" name="Line 23">
            <a:extLst>
              <a:ext uri="{FF2B5EF4-FFF2-40B4-BE49-F238E27FC236}">
                <a16:creationId xmlns:a16="http://schemas.microsoft.com/office/drawing/2014/main" id="{01D13247-B632-49A8-998E-B579C386A12B}"/>
              </a:ext>
            </a:extLst>
          </p:cNvPr>
          <p:cNvSpPr>
            <a:spLocks noChangeShapeType="1"/>
          </p:cNvSpPr>
          <p:nvPr/>
        </p:nvSpPr>
        <p:spPr bwMode="auto">
          <a:xfrm flipH="1">
            <a:off x="2743200" y="3505200"/>
            <a:ext cx="1981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16" name="Line 24">
            <a:extLst>
              <a:ext uri="{FF2B5EF4-FFF2-40B4-BE49-F238E27FC236}">
                <a16:creationId xmlns:a16="http://schemas.microsoft.com/office/drawing/2014/main" id="{746E68B1-7B5A-42BA-A837-E23E4045357D}"/>
              </a:ext>
            </a:extLst>
          </p:cNvPr>
          <p:cNvSpPr>
            <a:spLocks noChangeShapeType="1"/>
          </p:cNvSpPr>
          <p:nvPr/>
        </p:nvSpPr>
        <p:spPr bwMode="auto">
          <a:xfrm flipH="1">
            <a:off x="3886200" y="3505200"/>
            <a:ext cx="1219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17" name="Line 25">
            <a:extLst>
              <a:ext uri="{FF2B5EF4-FFF2-40B4-BE49-F238E27FC236}">
                <a16:creationId xmlns:a16="http://schemas.microsoft.com/office/drawing/2014/main" id="{E0437F58-2E7E-4484-AC4A-CA9122D70852}"/>
              </a:ext>
            </a:extLst>
          </p:cNvPr>
          <p:cNvSpPr>
            <a:spLocks noChangeShapeType="1"/>
          </p:cNvSpPr>
          <p:nvPr/>
        </p:nvSpPr>
        <p:spPr bwMode="auto">
          <a:xfrm flipH="1">
            <a:off x="5181600" y="3505200"/>
            <a:ext cx="3048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18" name="Line 26">
            <a:extLst>
              <a:ext uri="{FF2B5EF4-FFF2-40B4-BE49-F238E27FC236}">
                <a16:creationId xmlns:a16="http://schemas.microsoft.com/office/drawing/2014/main" id="{9CF4562E-16AC-451B-B5BB-2AAAD7998D04}"/>
              </a:ext>
            </a:extLst>
          </p:cNvPr>
          <p:cNvSpPr>
            <a:spLocks noChangeShapeType="1"/>
          </p:cNvSpPr>
          <p:nvPr/>
        </p:nvSpPr>
        <p:spPr bwMode="auto">
          <a:xfrm>
            <a:off x="6019800" y="3505200"/>
            <a:ext cx="9144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19" name="Line 27">
            <a:extLst>
              <a:ext uri="{FF2B5EF4-FFF2-40B4-BE49-F238E27FC236}">
                <a16:creationId xmlns:a16="http://schemas.microsoft.com/office/drawing/2014/main" id="{23F7A322-EB0C-4DF2-92C9-319FFE9D7084}"/>
              </a:ext>
            </a:extLst>
          </p:cNvPr>
          <p:cNvSpPr>
            <a:spLocks noChangeShapeType="1"/>
          </p:cNvSpPr>
          <p:nvPr/>
        </p:nvSpPr>
        <p:spPr bwMode="auto">
          <a:xfrm>
            <a:off x="6324600" y="3505200"/>
            <a:ext cx="2743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794" name="Rectangle 2">
            <a:extLst>
              <a:ext uri="{FF2B5EF4-FFF2-40B4-BE49-F238E27FC236}">
                <a16:creationId xmlns:a16="http://schemas.microsoft.com/office/drawing/2014/main" id="{9E9EAE6E-C748-48CF-B883-A1030C16C457}"/>
              </a:ext>
            </a:extLst>
          </p:cNvPr>
          <p:cNvSpPr>
            <a:spLocks noGrp="1" noChangeArrowheads="1"/>
          </p:cNvSpPr>
          <p:nvPr>
            <p:ph type="title"/>
          </p:nvPr>
        </p:nvSpPr>
        <p:spPr>
          <a:ln/>
        </p:spPr>
        <p:txBody>
          <a:bodyPr/>
          <a:lstStyle/>
          <a:p>
            <a:r>
              <a:rPr lang="en-US" altLang="en-US"/>
              <a:t>Constructing a B-tree (contd.)</a:t>
            </a:r>
          </a:p>
        </p:txBody>
      </p:sp>
      <p:sp>
        <p:nvSpPr>
          <p:cNvPr id="33795" name="Text Box 3">
            <a:extLst>
              <a:ext uri="{FF2B5EF4-FFF2-40B4-BE49-F238E27FC236}">
                <a16:creationId xmlns:a16="http://schemas.microsoft.com/office/drawing/2014/main" id="{B9833A5F-B78E-4DBD-A490-AB9F4F536098}"/>
              </a:ext>
            </a:extLst>
          </p:cNvPr>
          <p:cNvSpPr txBox="1">
            <a:spLocks noChangeArrowheads="1"/>
          </p:cNvSpPr>
          <p:nvPr/>
        </p:nvSpPr>
        <p:spPr bwMode="auto">
          <a:xfrm>
            <a:off x="1828800" y="1752601"/>
            <a:ext cx="8534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Times" panose="02020603050405020304" pitchFamily="18" charset="0"/>
              </a:rPr>
              <a:t>Adding 68 causes us to split the right most leaf, promoting 48 to the root, and adding 3 causes us to split the left most leaf, promoting 3 to the root; 26, 29, 53, 55 then go into the leaves</a:t>
            </a:r>
          </a:p>
        </p:txBody>
      </p:sp>
      <p:sp>
        <p:nvSpPr>
          <p:cNvPr id="33796" name="Text Box 4">
            <a:extLst>
              <a:ext uri="{FF2B5EF4-FFF2-40B4-BE49-F238E27FC236}">
                <a16:creationId xmlns:a16="http://schemas.microsoft.com/office/drawing/2014/main" id="{6ABD82DC-CD35-4F08-B618-A6C316D4BD9D}"/>
              </a:ext>
            </a:extLst>
          </p:cNvPr>
          <p:cNvSpPr txBox="1">
            <a:spLocks noChangeArrowheads="1"/>
          </p:cNvSpPr>
          <p:nvPr/>
        </p:nvSpPr>
        <p:spPr bwMode="auto">
          <a:xfrm>
            <a:off x="4572001" y="3124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3</a:t>
            </a:r>
          </a:p>
        </p:txBody>
      </p:sp>
      <p:sp>
        <p:nvSpPr>
          <p:cNvPr id="33797" name="Text Box 5">
            <a:extLst>
              <a:ext uri="{FF2B5EF4-FFF2-40B4-BE49-F238E27FC236}">
                <a16:creationId xmlns:a16="http://schemas.microsoft.com/office/drawing/2014/main" id="{FF5AD67D-D6F9-4B92-8274-0DD5CA4E14F3}"/>
              </a:ext>
            </a:extLst>
          </p:cNvPr>
          <p:cNvSpPr txBox="1">
            <a:spLocks noChangeArrowheads="1"/>
          </p:cNvSpPr>
          <p:nvPr/>
        </p:nvSpPr>
        <p:spPr bwMode="auto">
          <a:xfrm>
            <a:off x="5053014" y="3124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8</a:t>
            </a:r>
          </a:p>
        </p:txBody>
      </p:sp>
      <p:sp>
        <p:nvSpPr>
          <p:cNvPr id="33798" name="Text Box 6">
            <a:extLst>
              <a:ext uri="{FF2B5EF4-FFF2-40B4-BE49-F238E27FC236}">
                <a16:creationId xmlns:a16="http://schemas.microsoft.com/office/drawing/2014/main" id="{13012621-85D2-4806-AFA3-ADCCEC7F1CAB}"/>
              </a:ext>
            </a:extLst>
          </p:cNvPr>
          <p:cNvSpPr txBox="1">
            <a:spLocks noChangeArrowheads="1"/>
          </p:cNvSpPr>
          <p:nvPr/>
        </p:nvSpPr>
        <p:spPr bwMode="auto">
          <a:xfrm>
            <a:off x="5486401" y="3124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17</a:t>
            </a:r>
          </a:p>
        </p:txBody>
      </p:sp>
      <p:sp>
        <p:nvSpPr>
          <p:cNvPr id="33799" name="Text Box 7">
            <a:extLst>
              <a:ext uri="{FF2B5EF4-FFF2-40B4-BE49-F238E27FC236}">
                <a16:creationId xmlns:a16="http://schemas.microsoft.com/office/drawing/2014/main" id="{EC02F885-9240-4408-8461-6864F076DBEE}"/>
              </a:ext>
            </a:extLst>
          </p:cNvPr>
          <p:cNvSpPr txBox="1">
            <a:spLocks noChangeArrowheads="1"/>
          </p:cNvSpPr>
          <p:nvPr/>
        </p:nvSpPr>
        <p:spPr bwMode="auto">
          <a:xfrm>
            <a:off x="5967414" y="3124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48</a:t>
            </a:r>
          </a:p>
        </p:txBody>
      </p:sp>
      <p:sp>
        <p:nvSpPr>
          <p:cNvPr id="33800" name="Text Box 8">
            <a:extLst>
              <a:ext uri="{FF2B5EF4-FFF2-40B4-BE49-F238E27FC236}">
                <a16:creationId xmlns:a16="http://schemas.microsoft.com/office/drawing/2014/main" id="{A7A2C7A9-0BB4-4BC9-8D0B-6CBD3CA9AA5A}"/>
              </a:ext>
            </a:extLst>
          </p:cNvPr>
          <p:cNvSpPr txBox="1">
            <a:spLocks noChangeArrowheads="1"/>
          </p:cNvSpPr>
          <p:nvPr/>
        </p:nvSpPr>
        <p:spPr bwMode="auto">
          <a:xfrm>
            <a:off x="8108951" y="4287838"/>
            <a:ext cx="481013"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52</a:t>
            </a:r>
          </a:p>
        </p:txBody>
      </p:sp>
      <p:sp>
        <p:nvSpPr>
          <p:cNvPr id="33801" name="Text Box 9">
            <a:extLst>
              <a:ext uri="{FF2B5EF4-FFF2-40B4-BE49-F238E27FC236}">
                <a16:creationId xmlns:a16="http://schemas.microsoft.com/office/drawing/2014/main" id="{55CBDB33-C855-44D9-B3B7-C5C579B3AB93}"/>
              </a:ext>
            </a:extLst>
          </p:cNvPr>
          <p:cNvSpPr txBox="1">
            <a:spLocks noChangeArrowheads="1"/>
          </p:cNvSpPr>
          <p:nvPr/>
        </p:nvSpPr>
        <p:spPr bwMode="auto">
          <a:xfrm>
            <a:off x="8589964" y="4287838"/>
            <a:ext cx="477837"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53</a:t>
            </a:r>
          </a:p>
        </p:txBody>
      </p:sp>
      <p:sp>
        <p:nvSpPr>
          <p:cNvPr id="33802" name="Text Box 10">
            <a:extLst>
              <a:ext uri="{FF2B5EF4-FFF2-40B4-BE49-F238E27FC236}">
                <a16:creationId xmlns:a16="http://schemas.microsoft.com/office/drawing/2014/main" id="{1FF26EAB-2178-4E77-9A0D-D2A4C74FEBC9}"/>
              </a:ext>
            </a:extLst>
          </p:cNvPr>
          <p:cNvSpPr txBox="1">
            <a:spLocks noChangeArrowheads="1"/>
          </p:cNvSpPr>
          <p:nvPr/>
        </p:nvSpPr>
        <p:spPr bwMode="auto">
          <a:xfrm>
            <a:off x="9023351" y="4287838"/>
            <a:ext cx="481013"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55</a:t>
            </a:r>
          </a:p>
        </p:txBody>
      </p:sp>
      <p:sp>
        <p:nvSpPr>
          <p:cNvPr id="33803" name="Text Box 11">
            <a:extLst>
              <a:ext uri="{FF2B5EF4-FFF2-40B4-BE49-F238E27FC236}">
                <a16:creationId xmlns:a16="http://schemas.microsoft.com/office/drawing/2014/main" id="{C700715C-751D-48CF-B87F-3CB51E218B25}"/>
              </a:ext>
            </a:extLst>
          </p:cNvPr>
          <p:cNvSpPr txBox="1">
            <a:spLocks noChangeArrowheads="1"/>
          </p:cNvSpPr>
          <p:nvPr/>
        </p:nvSpPr>
        <p:spPr bwMode="auto">
          <a:xfrm>
            <a:off x="9504364" y="4287838"/>
            <a:ext cx="477837"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68</a:t>
            </a:r>
          </a:p>
        </p:txBody>
      </p:sp>
      <p:sp>
        <p:nvSpPr>
          <p:cNvPr id="33804" name="Text Box 12">
            <a:extLst>
              <a:ext uri="{FF2B5EF4-FFF2-40B4-BE49-F238E27FC236}">
                <a16:creationId xmlns:a16="http://schemas.microsoft.com/office/drawing/2014/main" id="{5159715B-1D58-439B-989A-F42E5F4CD62A}"/>
              </a:ext>
            </a:extLst>
          </p:cNvPr>
          <p:cNvSpPr txBox="1">
            <a:spLocks noChangeArrowheads="1"/>
          </p:cNvSpPr>
          <p:nvPr/>
        </p:nvSpPr>
        <p:spPr bwMode="auto">
          <a:xfrm>
            <a:off x="6019801" y="4287838"/>
            <a:ext cx="481013"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25</a:t>
            </a:r>
          </a:p>
        </p:txBody>
      </p:sp>
      <p:sp>
        <p:nvSpPr>
          <p:cNvPr id="33805" name="Text Box 13">
            <a:extLst>
              <a:ext uri="{FF2B5EF4-FFF2-40B4-BE49-F238E27FC236}">
                <a16:creationId xmlns:a16="http://schemas.microsoft.com/office/drawing/2014/main" id="{8929074D-666E-4F6A-8C08-882C72975EC0}"/>
              </a:ext>
            </a:extLst>
          </p:cNvPr>
          <p:cNvSpPr txBox="1">
            <a:spLocks noChangeArrowheads="1"/>
          </p:cNvSpPr>
          <p:nvPr/>
        </p:nvSpPr>
        <p:spPr bwMode="auto">
          <a:xfrm>
            <a:off x="6500814" y="4287838"/>
            <a:ext cx="477837"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26</a:t>
            </a:r>
          </a:p>
        </p:txBody>
      </p:sp>
      <p:sp>
        <p:nvSpPr>
          <p:cNvPr id="33806" name="Text Box 14">
            <a:extLst>
              <a:ext uri="{FF2B5EF4-FFF2-40B4-BE49-F238E27FC236}">
                <a16:creationId xmlns:a16="http://schemas.microsoft.com/office/drawing/2014/main" id="{1FA80252-A111-437D-9164-47A1C46FF91F}"/>
              </a:ext>
            </a:extLst>
          </p:cNvPr>
          <p:cNvSpPr txBox="1">
            <a:spLocks noChangeArrowheads="1"/>
          </p:cNvSpPr>
          <p:nvPr/>
        </p:nvSpPr>
        <p:spPr bwMode="auto">
          <a:xfrm>
            <a:off x="6934201" y="4287838"/>
            <a:ext cx="481013"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28</a:t>
            </a:r>
          </a:p>
        </p:txBody>
      </p:sp>
      <p:sp>
        <p:nvSpPr>
          <p:cNvPr id="33807" name="Text Box 15">
            <a:extLst>
              <a:ext uri="{FF2B5EF4-FFF2-40B4-BE49-F238E27FC236}">
                <a16:creationId xmlns:a16="http://schemas.microsoft.com/office/drawing/2014/main" id="{90B37AC1-FDEB-422B-9616-8AA34E613A07}"/>
              </a:ext>
            </a:extLst>
          </p:cNvPr>
          <p:cNvSpPr txBox="1">
            <a:spLocks noChangeArrowheads="1"/>
          </p:cNvSpPr>
          <p:nvPr/>
        </p:nvSpPr>
        <p:spPr bwMode="auto">
          <a:xfrm>
            <a:off x="7415214" y="4287838"/>
            <a:ext cx="477837" cy="360362"/>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29</a:t>
            </a:r>
          </a:p>
        </p:txBody>
      </p:sp>
      <p:sp>
        <p:nvSpPr>
          <p:cNvPr id="33808" name="Text Box 16">
            <a:extLst>
              <a:ext uri="{FF2B5EF4-FFF2-40B4-BE49-F238E27FC236}">
                <a16:creationId xmlns:a16="http://schemas.microsoft.com/office/drawing/2014/main" id="{DF403A0A-9A0F-46A3-A883-4409CDC526E7}"/>
              </a:ext>
            </a:extLst>
          </p:cNvPr>
          <p:cNvSpPr txBox="1">
            <a:spLocks noChangeArrowheads="1"/>
          </p:cNvSpPr>
          <p:nvPr/>
        </p:nvSpPr>
        <p:spPr bwMode="auto">
          <a:xfrm>
            <a:off x="220980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a:t>
            </a:r>
          </a:p>
        </p:txBody>
      </p:sp>
      <p:sp>
        <p:nvSpPr>
          <p:cNvPr id="33809" name="Text Box 17">
            <a:extLst>
              <a:ext uri="{FF2B5EF4-FFF2-40B4-BE49-F238E27FC236}">
                <a16:creationId xmlns:a16="http://schemas.microsoft.com/office/drawing/2014/main" id="{135970C3-DB00-4753-AB17-1199E9654B43}"/>
              </a:ext>
            </a:extLst>
          </p:cNvPr>
          <p:cNvSpPr txBox="1">
            <a:spLocks noChangeArrowheads="1"/>
          </p:cNvSpPr>
          <p:nvPr/>
        </p:nvSpPr>
        <p:spPr bwMode="auto">
          <a:xfrm>
            <a:off x="269081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a:t>
            </a:r>
          </a:p>
        </p:txBody>
      </p:sp>
      <p:sp>
        <p:nvSpPr>
          <p:cNvPr id="33810" name="Text Box 18">
            <a:extLst>
              <a:ext uri="{FF2B5EF4-FFF2-40B4-BE49-F238E27FC236}">
                <a16:creationId xmlns:a16="http://schemas.microsoft.com/office/drawing/2014/main" id="{FCB51573-2560-4C03-94B9-68CA586FB02E}"/>
              </a:ext>
            </a:extLst>
          </p:cNvPr>
          <p:cNvSpPr txBox="1">
            <a:spLocks noChangeArrowheads="1"/>
          </p:cNvSpPr>
          <p:nvPr/>
        </p:nvSpPr>
        <p:spPr bwMode="auto">
          <a:xfrm>
            <a:off x="338455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6</a:t>
            </a:r>
          </a:p>
        </p:txBody>
      </p:sp>
      <p:sp>
        <p:nvSpPr>
          <p:cNvPr id="33811" name="Text Box 19">
            <a:extLst>
              <a:ext uri="{FF2B5EF4-FFF2-40B4-BE49-F238E27FC236}">
                <a16:creationId xmlns:a16="http://schemas.microsoft.com/office/drawing/2014/main" id="{7FFD6C80-B394-4E66-83CF-14521B5BA43E}"/>
              </a:ext>
            </a:extLst>
          </p:cNvPr>
          <p:cNvSpPr txBox="1">
            <a:spLocks noChangeArrowheads="1"/>
          </p:cNvSpPr>
          <p:nvPr/>
        </p:nvSpPr>
        <p:spPr bwMode="auto">
          <a:xfrm>
            <a:off x="386556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7</a:t>
            </a:r>
          </a:p>
        </p:txBody>
      </p:sp>
      <p:sp>
        <p:nvSpPr>
          <p:cNvPr id="33812" name="Text Box 20">
            <a:extLst>
              <a:ext uri="{FF2B5EF4-FFF2-40B4-BE49-F238E27FC236}">
                <a16:creationId xmlns:a16="http://schemas.microsoft.com/office/drawing/2014/main" id="{C22B1FC6-8D65-44F5-9815-DF28FC00E023}"/>
              </a:ext>
            </a:extLst>
          </p:cNvPr>
          <p:cNvSpPr txBox="1">
            <a:spLocks noChangeArrowheads="1"/>
          </p:cNvSpPr>
          <p:nvPr/>
        </p:nvSpPr>
        <p:spPr bwMode="auto">
          <a:xfrm>
            <a:off x="449580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12</a:t>
            </a:r>
          </a:p>
        </p:txBody>
      </p:sp>
      <p:sp>
        <p:nvSpPr>
          <p:cNvPr id="33813" name="Text Box 21">
            <a:extLst>
              <a:ext uri="{FF2B5EF4-FFF2-40B4-BE49-F238E27FC236}">
                <a16:creationId xmlns:a16="http://schemas.microsoft.com/office/drawing/2014/main" id="{549CDFE4-D293-4346-9A4C-0493918FEE56}"/>
              </a:ext>
            </a:extLst>
          </p:cNvPr>
          <p:cNvSpPr txBox="1">
            <a:spLocks noChangeArrowheads="1"/>
          </p:cNvSpPr>
          <p:nvPr/>
        </p:nvSpPr>
        <p:spPr bwMode="auto">
          <a:xfrm>
            <a:off x="497681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14</a:t>
            </a:r>
          </a:p>
        </p:txBody>
      </p:sp>
      <p:sp>
        <p:nvSpPr>
          <p:cNvPr id="33814" name="Text Box 22">
            <a:extLst>
              <a:ext uri="{FF2B5EF4-FFF2-40B4-BE49-F238E27FC236}">
                <a16:creationId xmlns:a16="http://schemas.microsoft.com/office/drawing/2014/main" id="{BEA71B47-741E-4022-BBCB-F795E946EEB0}"/>
              </a:ext>
            </a:extLst>
          </p:cNvPr>
          <p:cNvSpPr txBox="1">
            <a:spLocks noChangeArrowheads="1"/>
          </p:cNvSpPr>
          <p:nvPr/>
        </p:nvSpPr>
        <p:spPr bwMode="auto">
          <a:xfrm>
            <a:off x="5410200" y="4267201"/>
            <a:ext cx="477838"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16</a:t>
            </a:r>
          </a:p>
        </p:txBody>
      </p:sp>
      <p:grpSp>
        <p:nvGrpSpPr>
          <p:cNvPr id="33826" name="Group 34">
            <a:extLst>
              <a:ext uri="{FF2B5EF4-FFF2-40B4-BE49-F238E27FC236}">
                <a16:creationId xmlns:a16="http://schemas.microsoft.com/office/drawing/2014/main" id="{3AEEC022-EE95-4F2E-BE89-51A40FAB4F56}"/>
              </a:ext>
            </a:extLst>
          </p:cNvPr>
          <p:cNvGrpSpPr>
            <a:grpSpLocks/>
          </p:cNvGrpSpPr>
          <p:nvPr/>
        </p:nvGrpSpPr>
        <p:grpSpPr bwMode="auto">
          <a:xfrm>
            <a:off x="1905000" y="4876800"/>
            <a:ext cx="8305800" cy="1066800"/>
            <a:chOff x="240" y="3072"/>
            <a:chExt cx="5232" cy="672"/>
          </a:xfrm>
        </p:grpSpPr>
        <p:sp>
          <p:nvSpPr>
            <p:cNvPr id="33820" name="Text Box 28">
              <a:extLst>
                <a:ext uri="{FF2B5EF4-FFF2-40B4-BE49-F238E27FC236}">
                  <a16:creationId xmlns:a16="http://schemas.microsoft.com/office/drawing/2014/main" id="{BF901C66-65E7-4DF7-98DC-33DDE59622C6}"/>
                </a:ext>
              </a:extLst>
            </p:cNvPr>
            <p:cNvSpPr txBox="1">
              <a:spLocks noChangeArrowheads="1"/>
            </p:cNvSpPr>
            <p:nvPr/>
          </p:nvSpPr>
          <p:spPr bwMode="auto">
            <a:xfrm>
              <a:off x="240" y="3072"/>
              <a:ext cx="23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Times New Roman" panose="02020603050405020304" pitchFamily="18" charset="0"/>
                </a:rPr>
                <a:t>Adding 45 causes a split of</a:t>
              </a:r>
              <a:r>
                <a:rPr lang="en-US" altLang="en-US" sz="2400">
                  <a:latin typeface="Times" panose="02020603050405020304" pitchFamily="18" charset="0"/>
                </a:rPr>
                <a:t> </a:t>
              </a:r>
            </a:p>
          </p:txBody>
        </p:sp>
        <p:sp>
          <p:nvSpPr>
            <p:cNvPr id="33821" name="Text Box 29">
              <a:extLst>
                <a:ext uri="{FF2B5EF4-FFF2-40B4-BE49-F238E27FC236}">
                  <a16:creationId xmlns:a16="http://schemas.microsoft.com/office/drawing/2014/main" id="{FFB34491-624C-43E0-97FF-E49E1424F884}"/>
                </a:ext>
              </a:extLst>
            </p:cNvPr>
            <p:cNvSpPr txBox="1">
              <a:spLocks noChangeArrowheads="1"/>
            </p:cNvSpPr>
            <p:nvPr/>
          </p:nvSpPr>
          <p:spPr bwMode="auto">
            <a:xfrm>
              <a:off x="2496" y="3120"/>
              <a:ext cx="303"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25</a:t>
              </a:r>
            </a:p>
          </p:txBody>
        </p:sp>
        <p:sp>
          <p:nvSpPr>
            <p:cNvPr id="33822" name="Text Box 30">
              <a:extLst>
                <a:ext uri="{FF2B5EF4-FFF2-40B4-BE49-F238E27FC236}">
                  <a16:creationId xmlns:a16="http://schemas.microsoft.com/office/drawing/2014/main" id="{404AD10F-7AED-42C9-BF6F-CDF4099A30DA}"/>
                </a:ext>
              </a:extLst>
            </p:cNvPr>
            <p:cNvSpPr txBox="1">
              <a:spLocks noChangeArrowheads="1"/>
            </p:cNvSpPr>
            <p:nvPr/>
          </p:nvSpPr>
          <p:spPr bwMode="auto">
            <a:xfrm>
              <a:off x="2799" y="3120"/>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26</a:t>
              </a:r>
            </a:p>
          </p:txBody>
        </p:sp>
        <p:sp>
          <p:nvSpPr>
            <p:cNvPr id="33823" name="Text Box 31">
              <a:extLst>
                <a:ext uri="{FF2B5EF4-FFF2-40B4-BE49-F238E27FC236}">
                  <a16:creationId xmlns:a16="http://schemas.microsoft.com/office/drawing/2014/main" id="{5F19338D-8FFB-4C65-B16F-8AC6B1B9D78A}"/>
                </a:ext>
              </a:extLst>
            </p:cNvPr>
            <p:cNvSpPr txBox="1">
              <a:spLocks noChangeArrowheads="1"/>
            </p:cNvSpPr>
            <p:nvPr/>
          </p:nvSpPr>
          <p:spPr bwMode="auto">
            <a:xfrm>
              <a:off x="3072" y="3120"/>
              <a:ext cx="303"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28</a:t>
              </a:r>
            </a:p>
          </p:txBody>
        </p:sp>
        <p:sp>
          <p:nvSpPr>
            <p:cNvPr id="33824" name="Text Box 32">
              <a:extLst>
                <a:ext uri="{FF2B5EF4-FFF2-40B4-BE49-F238E27FC236}">
                  <a16:creationId xmlns:a16="http://schemas.microsoft.com/office/drawing/2014/main" id="{A9BA35FB-7758-4BA7-B7B0-DBA6BEBD8242}"/>
                </a:ext>
              </a:extLst>
            </p:cNvPr>
            <p:cNvSpPr txBox="1">
              <a:spLocks noChangeArrowheads="1"/>
            </p:cNvSpPr>
            <p:nvPr/>
          </p:nvSpPr>
          <p:spPr bwMode="auto">
            <a:xfrm>
              <a:off x="3375" y="3120"/>
              <a:ext cx="301" cy="227"/>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29</a:t>
              </a:r>
            </a:p>
          </p:txBody>
        </p:sp>
        <p:sp>
          <p:nvSpPr>
            <p:cNvPr id="33825" name="Text Box 33">
              <a:extLst>
                <a:ext uri="{FF2B5EF4-FFF2-40B4-BE49-F238E27FC236}">
                  <a16:creationId xmlns:a16="http://schemas.microsoft.com/office/drawing/2014/main" id="{D65019AF-4FC4-447D-997D-0D08664634B3}"/>
                </a:ext>
              </a:extLst>
            </p:cNvPr>
            <p:cNvSpPr txBox="1">
              <a:spLocks noChangeArrowheads="1"/>
            </p:cNvSpPr>
            <p:nvPr/>
          </p:nvSpPr>
          <p:spPr bwMode="auto">
            <a:xfrm>
              <a:off x="240" y="3456"/>
              <a:ext cx="5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Times New Roman" panose="02020603050405020304" pitchFamily="18" charset="0"/>
                </a:rPr>
                <a:t>and promoting 28 to the root then causes the root to split</a:t>
              </a:r>
              <a:endParaRPr lang="en-US" altLang="en-US" sz="2400">
                <a:latin typeface="Times"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38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30">
            <a:extLst>
              <a:ext uri="{FF2B5EF4-FFF2-40B4-BE49-F238E27FC236}">
                <a16:creationId xmlns:a16="http://schemas.microsoft.com/office/drawing/2014/main" id="{9948FF7B-A98F-4156-9F35-88F781D722D0}"/>
              </a:ext>
            </a:extLst>
          </p:cNvPr>
          <p:cNvSpPr>
            <a:spLocks noGrp="1"/>
          </p:cNvSpPr>
          <p:nvPr>
            <p:ph type="ftr" sz="quarter" idx="10"/>
          </p:nvPr>
        </p:nvSpPr>
        <p:spPr/>
        <p:txBody>
          <a:bodyPr/>
          <a:lstStyle/>
          <a:p>
            <a:r>
              <a:rPr lang="en-US" altLang="en-US"/>
              <a:t>B-Trees</a:t>
            </a:r>
          </a:p>
        </p:txBody>
      </p:sp>
      <p:sp>
        <p:nvSpPr>
          <p:cNvPr id="32" name="Slide Number Placeholder 31">
            <a:extLst>
              <a:ext uri="{FF2B5EF4-FFF2-40B4-BE49-F238E27FC236}">
                <a16:creationId xmlns:a16="http://schemas.microsoft.com/office/drawing/2014/main" id="{2E8A472D-0F91-4A72-BB08-19592140950C}"/>
              </a:ext>
            </a:extLst>
          </p:cNvPr>
          <p:cNvSpPr>
            <a:spLocks noGrp="1"/>
          </p:cNvSpPr>
          <p:nvPr>
            <p:ph type="sldNum" sz="quarter" idx="11"/>
          </p:nvPr>
        </p:nvSpPr>
        <p:spPr/>
        <p:txBody>
          <a:bodyPr/>
          <a:lstStyle/>
          <a:p>
            <a:fld id="{B501018E-105A-4FE9-8B03-0BC98E7CABEA}" type="slidenum">
              <a:rPr lang="en-US" altLang="en-US"/>
              <a:pPr/>
              <a:t>32</a:t>
            </a:fld>
            <a:endParaRPr lang="en-US" altLang="en-US"/>
          </a:p>
        </p:txBody>
      </p:sp>
      <p:sp>
        <p:nvSpPr>
          <p:cNvPr id="34841" name="Line 25">
            <a:extLst>
              <a:ext uri="{FF2B5EF4-FFF2-40B4-BE49-F238E27FC236}">
                <a16:creationId xmlns:a16="http://schemas.microsoft.com/office/drawing/2014/main" id="{570EDBDC-82A8-479A-BAD0-7A0B1E5DCC95}"/>
              </a:ext>
            </a:extLst>
          </p:cNvPr>
          <p:cNvSpPr>
            <a:spLocks noChangeShapeType="1"/>
          </p:cNvSpPr>
          <p:nvPr/>
        </p:nvSpPr>
        <p:spPr bwMode="auto">
          <a:xfrm flipH="1">
            <a:off x="2286000" y="3352800"/>
            <a:ext cx="13716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42" name="Line 26">
            <a:extLst>
              <a:ext uri="{FF2B5EF4-FFF2-40B4-BE49-F238E27FC236}">
                <a16:creationId xmlns:a16="http://schemas.microsoft.com/office/drawing/2014/main" id="{E923C2E7-82C5-4E8D-891B-45C670F44B9B}"/>
              </a:ext>
            </a:extLst>
          </p:cNvPr>
          <p:cNvSpPr>
            <a:spLocks noChangeShapeType="1"/>
          </p:cNvSpPr>
          <p:nvPr/>
        </p:nvSpPr>
        <p:spPr bwMode="auto">
          <a:xfrm flipH="1">
            <a:off x="3505200" y="3352800"/>
            <a:ext cx="4572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43" name="Line 27">
            <a:extLst>
              <a:ext uri="{FF2B5EF4-FFF2-40B4-BE49-F238E27FC236}">
                <a16:creationId xmlns:a16="http://schemas.microsoft.com/office/drawing/2014/main" id="{7554B4C6-89BF-43C4-A9D9-B5C01B3E528E}"/>
              </a:ext>
            </a:extLst>
          </p:cNvPr>
          <p:cNvSpPr>
            <a:spLocks noChangeShapeType="1"/>
          </p:cNvSpPr>
          <p:nvPr/>
        </p:nvSpPr>
        <p:spPr bwMode="auto">
          <a:xfrm>
            <a:off x="4343400" y="3352800"/>
            <a:ext cx="5334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44" name="Line 28">
            <a:extLst>
              <a:ext uri="{FF2B5EF4-FFF2-40B4-BE49-F238E27FC236}">
                <a16:creationId xmlns:a16="http://schemas.microsoft.com/office/drawing/2014/main" id="{BB76B559-87D9-4BE7-92A1-9E49F5576552}"/>
              </a:ext>
            </a:extLst>
          </p:cNvPr>
          <p:cNvSpPr>
            <a:spLocks noChangeShapeType="1"/>
          </p:cNvSpPr>
          <p:nvPr/>
        </p:nvSpPr>
        <p:spPr bwMode="auto">
          <a:xfrm flipH="1">
            <a:off x="6248400" y="3352800"/>
            <a:ext cx="9906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45" name="Line 29">
            <a:extLst>
              <a:ext uri="{FF2B5EF4-FFF2-40B4-BE49-F238E27FC236}">
                <a16:creationId xmlns:a16="http://schemas.microsoft.com/office/drawing/2014/main" id="{A178B4A2-03B4-4F09-A204-3D393A08FC4A}"/>
              </a:ext>
            </a:extLst>
          </p:cNvPr>
          <p:cNvSpPr>
            <a:spLocks noChangeShapeType="1"/>
          </p:cNvSpPr>
          <p:nvPr/>
        </p:nvSpPr>
        <p:spPr bwMode="auto">
          <a:xfrm flipH="1">
            <a:off x="7467600" y="3352800"/>
            <a:ext cx="1524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46" name="Line 30">
            <a:extLst>
              <a:ext uri="{FF2B5EF4-FFF2-40B4-BE49-F238E27FC236}">
                <a16:creationId xmlns:a16="http://schemas.microsoft.com/office/drawing/2014/main" id="{1CDF9079-392E-414A-951A-B826087FF92A}"/>
              </a:ext>
            </a:extLst>
          </p:cNvPr>
          <p:cNvSpPr>
            <a:spLocks noChangeShapeType="1"/>
          </p:cNvSpPr>
          <p:nvPr/>
        </p:nvSpPr>
        <p:spPr bwMode="auto">
          <a:xfrm>
            <a:off x="7924800" y="3352800"/>
            <a:ext cx="12192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39" name="Line 23">
            <a:extLst>
              <a:ext uri="{FF2B5EF4-FFF2-40B4-BE49-F238E27FC236}">
                <a16:creationId xmlns:a16="http://schemas.microsoft.com/office/drawing/2014/main" id="{148518EE-C9A6-4C07-AE89-FCF7D9ADF850}"/>
              </a:ext>
            </a:extLst>
          </p:cNvPr>
          <p:cNvSpPr>
            <a:spLocks noChangeShapeType="1"/>
          </p:cNvSpPr>
          <p:nvPr/>
        </p:nvSpPr>
        <p:spPr bwMode="auto">
          <a:xfrm flipH="1">
            <a:off x="3962400" y="2438400"/>
            <a:ext cx="14478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40" name="Line 24">
            <a:extLst>
              <a:ext uri="{FF2B5EF4-FFF2-40B4-BE49-F238E27FC236}">
                <a16:creationId xmlns:a16="http://schemas.microsoft.com/office/drawing/2014/main" id="{AF9B3114-3269-43E6-8550-FC3979CD88BA}"/>
              </a:ext>
            </a:extLst>
          </p:cNvPr>
          <p:cNvSpPr>
            <a:spLocks noChangeShapeType="1"/>
          </p:cNvSpPr>
          <p:nvPr/>
        </p:nvSpPr>
        <p:spPr bwMode="auto">
          <a:xfrm>
            <a:off x="5638800" y="2438400"/>
            <a:ext cx="19812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18" name="Rectangle 2">
            <a:extLst>
              <a:ext uri="{FF2B5EF4-FFF2-40B4-BE49-F238E27FC236}">
                <a16:creationId xmlns:a16="http://schemas.microsoft.com/office/drawing/2014/main" id="{8D7D5508-B631-4F97-BEE9-5D73A2E95D03}"/>
              </a:ext>
            </a:extLst>
          </p:cNvPr>
          <p:cNvSpPr>
            <a:spLocks noGrp="1" noChangeArrowheads="1"/>
          </p:cNvSpPr>
          <p:nvPr>
            <p:ph type="title"/>
          </p:nvPr>
        </p:nvSpPr>
        <p:spPr>
          <a:ln/>
        </p:spPr>
        <p:txBody>
          <a:bodyPr/>
          <a:lstStyle/>
          <a:p>
            <a:r>
              <a:rPr lang="en-US" altLang="en-US"/>
              <a:t>Constructing a B-tree (contd.)</a:t>
            </a:r>
          </a:p>
        </p:txBody>
      </p:sp>
      <p:sp>
        <p:nvSpPr>
          <p:cNvPr id="34819" name="Text Box 3">
            <a:extLst>
              <a:ext uri="{FF2B5EF4-FFF2-40B4-BE49-F238E27FC236}">
                <a16:creationId xmlns:a16="http://schemas.microsoft.com/office/drawing/2014/main" id="{C17B1334-0605-4544-A75B-A9EBDBCEB591}"/>
              </a:ext>
            </a:extLst>
          </p:cNvPr>
          <p:cNvSpPr txBox="1">
            <a:spLocks noChangeArrowheads="1"/>
          </p:cNvSpPr>
          <p:nvPr/>
        </p:nvSpPr>
        <p:spPr bwMode="auto">
          <a:xfrm>
            <a:off x="5302250" y="2133601"/>
            <a:ext cx="477838"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17</a:t>
            </a:r>
          </a:p>
        </p:txBody>
      </p:sp>
      <p:sp>
        <p:nvSpPr>
          <p:cNvPr id="34820" name="Text Box 4">
            <a:extLst>
              <a:ext uri="{FF2B5EF4-FFF2-40B4-BE49-F238E27FC236}">
                <a16:creationId xmlns:a16="http://schemas.microsoft.com/office/drawing/2014/main" id="{B52D2984-C361-47B0-9147-834680FE7940}"/>
              </a:ext>
            </a:extLst>
          </p:cNvPr>
          <p:cNvSpPr txBox="1">
            <a:spLocks noChangeArrowheads="1"/>
          </p:cNvSpPr>
          <p:nvPr/>
        </p:nvSpPr>
        <p:spPr bwMode="auto">
          <a:xfrm>
            <a:off x="3481388" y="2971801"/>
            <a:ext cx="481012"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3</a:t>
            </a:r>
          </a:p>
        </p:txBody>
      </p:sp>
      <p:sp>
        <p:nvSpPr>
          <p:cNvPr id="34821" name="Text Box 5">
            <a:extLst>
              <a:ext uri="{FF2B5EF4-FFF2-40B4-BE49-F238E27FC236}">
                <a16:creationId xmlns:a16="http://schemas.microsoft.com/office/drawing/2014/main" id="{28404F98-C76C-4EB0-A862-E92CBC6ED74A}"/>
              </a:ext>
            </a:extLst>
          </p:cNvPr>
          <p:cNvSpPr txBox="1">
            <a:spLocks noChangeArrowheads="1"/>
          </p:cNvSpPr>
          <p:nvPr/>
        </p:nvSpPr>
        <p:spPr bwMode="auto">
          <a:xfrm>
            <a:off x="3962400" y="2971801"/>
            <a:ext cx="477838"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8</a:t>
            </a:r>
          </a:p>
        </p:txBody>
      </p:sp>
      <p:sp>
        <p:nvSpPr>
          <p:cNvPr id="34822" name="Text Box 6">
            <a:extLst>
              <a:ext uri="{FF2B5EF4-FFF2-40B4-BE49-F238E27FC236}">
                <a16:creationId xmlns:a16="http://schemas.microsoft.com/office/drawing/2014/main" id="{AC25E603-6A8E-44AE-9117-1372078563F5}"/>
              </a:ext>
            </a:extLst>
          </p:cNvPr>
          <p:cNvSpPr txBox="1">
            <a:spLocks noChangeArrowheads="1"/>
          </p:cNvSpPr>
          <p:nvPr/>
        </p:nvSpPr>
        <p:spPr bwMode="auto">
          <a:xfrm>
            <a:off x="7138988" y="2971801"/>
            <a:ext cx="481012"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28</a:t>
            </a:r>
          </a:p>
        </p:txBody>
      </p:sp>
      <p:sp>
        <p:nvSpPr>
          <p:cNvPr id="34823" name="Text Box 7">
            <a:extLst>
              <a:ext uri="{FF2B5EF4-FFF2-40B4-BE49-F238E27FC236}">
                <a16:creationId xmlns:a16="http://schemas.microsoft.com/office/drawing/2014/main" id="{4AA1530B-F217-458A-8440-5663DA6DABB2}"/>
              </a:ext>
            </a:extLst>
          </p:cNvPr>
          <p:cNvSpPr txBox="1">
            <a:spLocks noChangeArrowheads="1"/>
          </p:cNvSpPr>
          <p:nvPr/>
        </p:nvSpPr>
        <p:spPr bwMode="auto">
          <a:xfrm>
            <a:off x="7620000" y="2971801"/>
            <a:ext cx="477838"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48</a:t>
            </a:r>
          </a:p>
        </p:txBody>
      </p:sp>
      <p:sp>
        <p:nvSpPr>
          <p:cNvPr id="34824" name="Text Box 8">
            <a:extLst>
              <a:ext uri="{FF2B5EF4-FFF2-40B4-BE49-F238E27FC236}">
                <a16:creationId xmlns:a16="http://schemas.microsoft.com/office/drawing/2014/main" id="{47D16AAC-1AE7-4A2C-8243-46016D4677DC}"/>
              </a:ext>
            </a:extLst>
          </p:cNvPr>
          <p:cNvSpPr txBox="1">
            <a:spLocks noChangeArrowheads="1"/>
          </p:cNvSpPr>
          <p:nvPr/>
        </p:nvSpPr>
        <p:spPr bwMode="auto">
          <a:xfrm>
            <a:off x="182880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a:t>
            </a:r>
          </a:p>
        </p:txBody>
      </p:sp>
      <p:sp>
        <p:nvSpPr>
          <p:cNvPr id="34825" name="Text Box 9">
            <a:extLst>
              <a:ext uri="{FF2B5EF4-FFF2-40B4-BE49-F238E27FC236}">
                <a16:creationId xmlns:a16="http://schemas.microsoft.com/office/drawing/2014/main" id="{85E403C9-9B68-4021-839F-345F3F4833F9}"/>
              </a:ext>
            </a:extLst>
          </p:cNvPr>
          <p:cNvSpPr txBox="1">
            <a:spLocks noChangeArrowheads="1"/>
          </p:cNvSpPr>
          <p:nvPr/>
        </p:nvSpPr>
        <p:spPr bwMode="auto">
          <a:xfrm>
            <a:off x="230981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a:t>
            </a:r>
          </a:p>
        </p:txBody>
      </p:sp>
      <p:sp>
        <p:nvSpPr>
          <p:cNvPr id="34826" name="Text Box 10">
            <a:extLst>
              <a:ext uri="{FF2B5EF4-FFF2-40B4-BE49-F238E27FC236}">
                <a16:creationId xmlns:a16="http://schemas.microsoft.com/office/drawing/2014/main" id="{55E02725-34C1-4FFB-9B63-D5AD44C64B8B}"/>
              </a:ext>
            </a:extLst>
          </p:cNvPr>
          <p:cNvSpPr txBox="1">
            <a:spLocks noChangeArrowheads="1"/>
          </p:cNvSpPr>
          <p:nvPr/>
        </p:nvSpPr>
        <p:spPr bwMode="auto">
          <a:xfrm>
            <a:off x="304800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6</a:t>
            </a:r>
          </a:p>
        </p:txBody>
      </p:sp>
      <p:sp>
        <p:nvSpPr>
          <p:cNvPr id="34827" name="Text Box 11">
            <a:extLst>
              <a:ext uri="{FF2B5EF4-FFF2-40B4-BE49-F238E27FC236}">
                <a16:creationId xmlns:a16="http://schemas.microsoft.com/office/drawing/2014/main" id="{C4A25A81-F0D1-4AD8-9CF4-15BFCCAD1620}"/>
              </a:ext>
            </a:extLst>
          </p:cNvPr>
          <p:cNvSpPr txBox="1">
            <a:spLocks noChangeArrowheads="1"/>
          </p:cNvSpPr>
          <p:nvPr/>
        </p:nvSpPr>
        <p:spPr bwMode="auto">
          <a:xfrm>
            <a:off x="352901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7</a:t>
            </a:r>
          </a:p>
        </p:txBody>
      </p:sp>
      <p:sp>
        <p:nvSpPr>
          <p:cNvPr id="34828" name="Text Box 12">
            <a:extLst>
              <a:ext uri="{FF2B5EF4-FFF2-40B4-BE49-F238E27FC236}">
                <a16:creationId xmlns:a16="http://schemas.microsoft.com/office/drawing/2014/main" id="{488088CF-41AF-4AB4-B271-E85CF4DF0CE4}"/>
              </a:ext>
            </a:extLst>
          </p:cNvPr>
          <p:cNvSpPr txBox="1">
            <a:spLocks noChangeArrowheads="1"/>
          </p:cNvSpPr>
          <p:nvPr/>
        </p:nvSpPr>
        <p:spPr bwMode="auto">
          <a:xfrm>
            <a:off x="419100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12</a:t>
            </a:r>
          </a:p>
        </p:txBody>
      </p:sp>
      <p:sp>
        <p:nvSpPr>
          <p:cNvPr id="34829" name="Text Box 13">
            <a:extLst>
              <a:ext uri="{FF2B5EF4-FFF2-40B4-BE49-F238E27FC236}">
                <a16:creationId xmlns:a16="http://schemas.microsoft.com/office/drawing/2014/main" id="{677F758F-E946-4AA0-9A19-B7C0D0650C6A}"/>
              </a:ext>
            </a:extLst>
          </p:cNvPr>
          <p:cNvSpPr txBox="1">
            <a:spLocks noChangeArrowheads="1"/>
          </p:cNvSpPr>
          <p:nvPr/>
        </p:nvSpPr>
        <p:spPr bwMode="auto">
          <a:xfrm>
            <a:off x="467201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14</a:t>
            </a:r>
          </a:p>
        </p:txBody>
      </p:sp>
      <p:sp>
        <p:nvSpPr>
          <p:cNvPr id="34830" name="Text Box 14">
            <a:extLst>
              <a:ext uri="{FF2B5EF4-FFF2-40B4-BE49-F238E27FC236}">
                <a16:creationId xmlns:a16="http://schemas.microsoft.com/office/drawing/2014/main" id="{1EECF006-0708-4B2D-8AFE-141AD57E1387}"/>
              </a:ext>
            </a:extLst>
          </p:cNvPr>
          <p:cNvSpPr txBox="1">
            <a:spLocks noChangeArrowheads="1"/>
          </p:cNvSpPr>
          <p:nvPr/>
        </p:nvSpPr>
        <p:spPr bwMode="auto">
          <a:xfrm>
            <a:off x="5105400" y="4267201"/>
            <a:ext cx="477838"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16</a:t>
            </a:r>
          </a:p>
        </p:txBody>
      </p:sp>
      <p:sp>
        <p:nvSpPr>
          <p:cNvPr id="34831" name="Text Box 15">
            <a:extLst>
              <a:ext uri="{FF2B5EF4-FFF2-40B4-BE49-F238E27FC236}">
                <a16:creationId xmlns:a16="http://schemas.microsoft.com/office/drawing/2014/main" id="{747AA605-37D2-403B-BCA5-8408B8871262}"/>
              </a:ext>
            </a:extLst>
          </p:cNvPr>
          <p:cNvSpPr txBox="1">
            <a:spLocks noChangeArrowheads="1"/>
          </p:cNvSpPr>
          <p:nvPr/>
        </p:nvSpPr>
        <p:spPr bwMode="auto">
          <a:xfrm>
            <a:off x="826135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52</a:t>
            </a:r>
          </a:p>
        </p:txBody>
      </p:sp>
      <p:sp>
        <p:nvSpPr>
          <p:cNvPr id="34832" name="Text Box 16">
            <a:extLst>
              <a:ext uri="{FF2B5EF4-FFF2-40B4-BE49-F238E27FC236}">
                <a16:creationId xmlns:a16="http://schemas.microsoft.com/office/drawing/2014/main" id="{41522ECB-ACB7-47F7-88F5-33D78F19A73D}"/>
              </a:ext>
            </a:extLst>
          </p:cNvPr>
          <p:cNvSpPr txBox="1">
            <a:spLocks noChangeArrowheads="1"/>
          </p:cNvSpPr>
          <p:nvPr/>
        </p:nvSpPr>
        <p:spPr bwMode="auto">
          <a:xfrm>
            <a:off x="874236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53</a:t>
            </a:r>
          </a:p>
        </p:txBody>
      </p:sp>
      <p:sp>
        <p:nvSpPr>
          <p:cNvPr id="34833" name="Text Box 17">
            <a:extLst>
              <a:ext uri="{FF2B5EF4-FFF2-40B4-BE49-F238E27FC236}">
                <a16:creationId xmlns:a16="http://schemas.microsoft.com/office/drawing/2014/main" id="{7402EEAF-283F-4026-A1E5-9DBFC9D02AA4}"/>
              </a:ext>
            </a:extLst>
          </p:cNvPr>
          <p:cNvSpPr txBox="1">
            <a:spLocks noChangeArrowheads="1"/>
          </p:cNvSpPr>
          <p:nvPr/>
        </p:nvSpPr>
        <p:spPr bwMode="auto">
          <a:xfrm>
            <a:off x="917575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55</a:t>
            </a:r>
          </a:p>
        </p:txBody>
      </p:sp>
      <p:sp>
        <p:nvSpPr>
          <p:cNvPr id="34834" name="Text Box 18">
            <a:extLst>
              <a:ext uri="{FF2B5EF4-FFF2-40B4-BE49-F238E27FC236}">
                <a16:creationId xmlns:a16="http://schemas.microsoft.com/office/drawing/2014/main" id="{B4AC0126-4CBE-47E1-B6D2-E4D561454636}"/>
              </a:ext>
            </a:extLst>
          </p:cNvPr>
          <p:cNvSpPr txBox="1">
            <a:spLocks noChangeArrowheads="1"/>
          </p:cNvSpPr>
          <p:nvPr/>
        </p:nvSpPr>
        <p:spPr bwMode="auto">
          <a:xfrm>
            <a:off x="965676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68</a:t>
            </a:r>
          </a:p>
        </p:txBody>
      </p:sp>
      <p:sp>
        <p:nvSpPr>
          <p:cNvPr id="34835" name="Text Box 19">
            <a:extLst>
              <a:ext uri="{FF2B5EF4-FFF2-40B4-BE49-F238E27FC236}">
                <a16:creationId xmlns:a16="http://schemas.microsoft.com/office/drawing/2014/main" id="{F2605D25-DB38-4AED-8742-7D2E152D8937}"/>
              </a:ext>
            </a:extLst>
          </p:cNvPr>
          <p:cNvSpPr txBox="1">
            <a:spLocks noChangeArrowheads="1"/>
          </p:cNvSpPr>
          <p:nvPr/>
        </p:nvSpPr>
        <p:spPr bwMode="auto">
          <a:xfrm>
            <a:off x="579120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25</a:t>
            </a:r>
          </a:p>
        </p:txBody>
      </p:sp>
      <p:sp>
        <p:nvSpPr>
          <p:cNvPr id="34836" name="Text Box 20">
            <a:extLst>
              <a:ext uri="{FF2B5EF4-FFF2-40B4-BE49-F238E27FC236}">
                <a16:creationId xmlns:a16="http://schemas.microsoft.com/office/drawing/2014/main" id="{ED6F1BD4-84E6-4B69-9005-D07AE2958B5C}"/>
              </a:ext>
            </a:extLst>
          </p:cNvPr>
          <p:cNvSpPr txBox="1">
            <a:spLocks noChangeArrowheads="1"/>
          </p:cNvSpPr>
          <p:nvPr/>
        </p:nvSpPr>
        <p:spPr bwMode="auto">
          <a:xfrm>
            <a:off x="627221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26</a:t>
            </a:r>
          </a:p>
        </p:txBody>
      </p:sp>
      <p:sp>
        <p:nvSpPr>
          <p:cNvPr id="34837" name="Text Box 21">
            <a:extLst>
              <a:ext uri="{FF2B5EF4-FFF2-40B4-BE49-F238E27FC236}">
                <a16:creationId xmlns:a16="http://schemas.microsoft.com/office/drawing/2014/main" id="{F79F3BFD-7DCD-40C4-A3A6-DCA1E3CD9A60}"/>
              </a:ext>
            </a:extLst>
          </p:cNvPr>
          <p:cNvSpPr txBox="1">
            <a:spLocks noChangeArrowheads="1"/>
          </p:cNvSpPr>
          <p:nvPr/>
        </p:nvSpPr>
        <p:spPr bwMode="auto">
          <a:xfrm>
            <a:off x="7010401" y="4267201"/>
            <a:ext cx="481013"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29</a:t>
            </a:r>
          </a:p>
        </p:txBody>
      </p:sp>
      <p:sp>
        <p:nvSpPr>
          <p:cNvPr id="34838" name="Text Box 22">
            <a:extLst>
              <a:ext uri="{FF2B5EF4-FFF2-40B4-BE49-F238E27FC236}">
                <a16:creationId xmlns:a16="http://schemas.microsoft.com/office/drawing/2014/main" id="{EC56BCD0-F8D2-48AC-B2F7-CAF4E39E2E9B}"/>
              </a:ext>
            </a:extLst>
          </p:cNvPr>
          <p:cNvSpPr txBox="1">
            <a:spLocks noChangeArrowheads="1"/>
          </p:cNvSpPr>
          <p:nvPr/>
        </p:nvSpPr>
        <p:spPr bwMode="auto">
          <a:xfrm>
            <a:off x="7491414" y="4267201"/>
            <a:ext cx="477837" cy="360363"/>
          </a:xfrm>
          <a:prstGeom prst="rect">
            <a:avLst/>
          </a:prstGeom>
          <a:solidFill>
            <a:srgbClr val="FFFFFF"/>
          </a:solidFill>
          <a:ln w="9525">
            <a:solidFill>
              <a:srgbClr val="000000"/>
            </a:solidFill>
            <a:miter lim="800000"/>
            <a:headEnd/>
            <a:tailEnd/>
          </a:ln>
        </p:spPr>
        <p:txBody>
          <a:bodyPr/>
          <a:lstStyle/>
          <a:p>
            <a:r>
              <a:rPr lang="en-US" altLang="en-US" sz="1600">
                <a:latin typeface="Times New Roman" panose="02020603050405020304" pitchFamily="18" charset="0"/>
              </a:rPr>
              <a:t>45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FFFC84A-1279-436B-88F7-A968D8A161B7}"/>
              </a:ext>
            </a:extLst>
          </p:cNvPr>
          <p:cNvSpPr>
            <a:spLocks noGrp="1"/>
          </p:cNvSpPr>
          <p:nvPr>
            <p:ph type="ftr" sz="quarter" idx="10"/>
          </p:nvPr>
        </p:nvSpPr>
        <p:spPr/>
        <p:txBody>
          <a:bodyPr/>
          <a:lstStyle/>
          <a:p>
            <a:r>
              <a:rPr lang="en-US" altLang="en-US"/>
              <a:t>B-Trees</a:t>
            </a:r>
          </a:p>
        </p:txBody>
      </p:sp>
      <p:sp>
        <p:nvSpPr>
          <p:cNvPr id="5" name="Slide Number Placeholder 4">
            <a:extLst>
              <a:ext uri="{FF2B5EF4-FFF2-40B4-BE49-F238E27FC236}">
                <a16:creationId xmlns:a16="http://schemas.microsoft.com/office/drawing/2014/main" id="{0AEFEDC3-1692-4AE5-A41A-B58B1C4F91B6}"/>
              </a:ext>
            </a:extLst>
          </p:cNvPr>
          <p:cNvSpPr>
            <a:spLocks noGrp="1"/>
          </p:cNvSpPr>
          <p:nvPr>
            <p:ph type="sldNum" sz="quarter" idx="11"/>
          </p:nvPr>
        </p:nvSpPr>
        <p:spPr/>
        <p:txBody>
          <a:bodyPr/>
          <a:lstStyle/>
          <a:p>
            <a:fld id="{5F1DBA4E-BD26-494D-BB86-A197CA656E3F}" type="slidenum">
              <a:rPr lang="en-US" altLang="en-US"/>
              <a:pPr/>
              <a:t>33</a:t>
            </a:fld>
            <a:endParaRPr lang="en-US" altLang="en-US"/>
          </a:p>
        </p:txBody>
      </p:sp>
      <p:sp>
        <p:nvSpPr>
          <p:cNvPr id="35842" name="Rectangle 2">
            <a:extLst>
              <a:ext uri="{FF2B5EF4-FFF2-40B4-BE49-F238E27FC236}">
                <a16:creationId xmlns:a16="http://schemas.microsoft.com/office/drawing/2014/main" id="{C7B4AE3D-8E00-4E09-A0A6-6763B616C6ED}"/>
              </a:ext>
            </a:extLst>
          </p:cNvPr>
          <p:cNvSpPr>
            <a:spLocks noGrp="1" noChangeArrowheads="1"/>
          </p:cNvSpPr>
          <p:nvPr>
            <p:ph type="title"/>
          </p:nvPr>
        </p:nvSpPr>
        <p:spPr>
          <a:ln/>
        </p:spPr>
        <p:txBody>
          <a:bodyPr/>
          <a:lstStyle/>
          <a:p>
            <a:r>
              <a:rPr lang="en-US" altLang="en-US"/>
              <a:t>Inserting into a B-Tree</a:t>
            </a:r>
          </a:p>
        </p:txBody>
      </p:sp>
      <p:sp>
        <p:nvSpPr>
          <p:cNvPr id="35843" name="Rectangle 3">
            <a:extLst>
              <a:ext uri="{FF2B5EF4-FFF2-40B4-BE49-F238E27FC236}">
                <a16:creationId xmlns:a16="http://schemas.microsoft.com/office/drawing/2014/main" id="{35B56812-9132-4DE2-9D58-649982DD2FCC}"/>
              </a:ext>
            </a:extLst>
          </p:cNvPr>
          <p:cNvSpPr>
            <a:spLocks noGrp="1" noChangeArrowheads="1"/>
          </p:cNvSpPr>
          <p:nvPr>
            <p:ph type="body" idx="1"/>
          </p:nvPr>
        </p:nvSpPr>
        <p:spPr>
          <a:ln/>
        </p:spPr>
        <p:txBody>
          <a:bodyPr/>
          <a:lstStyle/>
          <a:p>
            <a:r>
              <a:rPr lang="en-US" altLang="en-US"/>
              <a:t>Attempt to insert the new key into a leaf</a:t>
            </a:r>
          </a:p>
          <a:p>
            <a:r>
              <a:rPr lang="en-US" altLang="en-US"/>
              <a:t>If this would result in that leaf becoming too big, split the leaf into two, promoting the middle key to the leaf’s parent</a:t>
            </a:r>
          </a:p>
          <a:p>
            <a:r>
              <a:rPr lang="en-US" altLang="en-US"/>
              <a:t>If this would result in the parent becoming too big, split the parent into two, promoting the middle key</a:t>
            </a:r>
          </a:p>
          <a:p>
            <a:r>
              <a:rPr lang="en-US" altLang="en-US"/>
              <a:t>This strategy might have to be repeated all the way to the top</a:t>
            </a:r>
          </a:p>
          <a:p>
            <a:r>
              <a:rPr lang="en-US" altLang="en-US"/>
              <a:t>If necessary, the root is split in two and the middle key is promoted to a new root, making the tree one level higher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B493C0C-0BB4-4E3F-9E8E-FE08503FB56F}"/>
              </a:ext>
            </a:extLst>
          </p:cNvPr>
          <p:cNvSpPr>
            <a:spLocks noGrp="1"/>
          </p:cNvSpPr>
          <p:nvPr>
            <p:ph type="ftr" sz="quarter" idx="10"/>
          </p:nvPr>
        </p:nvSpPr>
        <p:spPr/>
        <p:txBody>
          <a:bodyPr/>
          <a:lstStyle/>
          <a:p>
            <a:r>
              <a:rPr lang="en-US" altLang="en-US"/>
              <a:t>B-Trees</a:t>
            </a:r>
          </a:p>
        </p:txBody>
      </p:sp>
      <p:sp>
        <p:nvSpPr>
          <p:cNvPr id="5" name="Slide Number Placeholder 4">
            <a:extLst>
              <a:ext uri="{FF2B5EF4-FFF2-40B4-BE49-F238E27FC236}">
                <a16:creationId xmlns:a16="http://schemas.microsoft.com/office/drawing/2014/main" id="{A1D27C8F-D6AA-4518-AF7C-46675E67F04D}"/>
              </a:ext>
            </a:extLst>
          </p:cNvPr>
          <p:cNvSpPr>
            <a:spLocks noGrp="1"/>
          </p:cNvSpPr>
          <p:nvPr>
            <p:ph type="sldNum" sz="quarter" idx="11"/>
          </p:nvPr>
        </p:nvSpPr>
        <p:spPr/>
        <p:txBody>
          <a:bodyPr/>
          <a:lstStyle/>
          <a:p>
            <a:fld id="{4E5A5018-32A4-49DC-8229-EF425A369FBD}" type="slidenum">
              <a:rPr lang="en-US" altLang="en-US"/>
              <a:pPr/>
              <a:t>34</a:t>
            </a:fld>
            <a:endParaRPr lang="en-US" altLang="en-US"/>
          </a:p>
        </p:txBody>
      </p:sp>
      <p:sp>
        <p:nvSpPr>
          <p:cNvPr id="43010" name="Rectangle 2">
            <a:extLst>
              <a:ext uri="{FF2B5EF4-FFF2-40B4-BE49-F238E27FC236}">
                <a16:creationId xmlns:a16="http://schemas.microsoft.com/office/drawing/2014/main" id="{E43A692F-7339-4E66-8CF9-9F3AA053A2CA}"/>
              </a:ext>
            </a:extLst>
          </p:cNvPr>
          <p:cNvSpPr>
            <a:spLocks noGrp="1" noChangeArrowheads="1"/>
          </p:cNvSpPr>
          <p:nvPr>
            <p:ph type="title"/>
          </p:nvPr>
        </p:nvSpPr>
        <p:spPr>
          <a:ln/>
        </p:spPr>
        <p:txBody>
          <a:bodyPr/>
          <a:lstStyle/>
          <a:p>
            <a:r>
              <a:rPr lang="en-GB" altLang="en-US"/>
              <a:t>Exercise in Inserting a B-Tree </a:t>
            </a:r>
          </a:p>
        </p:txBody>
      </p:sp>
      <p:sp>
        <p:nvSpPr>
          <p:cNvPr id="43011" name="Rectangle 3">
            <a:extLst>
              <a:ext uri="{FF2B5EF4-FFF2-40B4-BE49-F238E27FC236}">
                <a16:creationId xmlns:a16="http://schemas.microsoft.com/office/drawing/2014/main" id="{8FA97BF0-41F4-45F8-9C05-553B886458F4}"/>
              </a:ext>
            </a:extLst>
          </p:cNvPr>
          <p:cNvSpPr>
            <a:spLocks noGrp="1" noChangeArrowheads="1"/>
          </p:cNvSpPr>
          <p:nvPr>
            <p:ph type="body" idx="1"/>
          </p:nvPr>
        </p:nvSpPr>
        <p:spPr>
          <a:ln/>
        </p:spPr>
        <p:txBody>
          <a:bodyPr/>
          <a:lstStyle/>
          <a:p>
            <a:r>
              <a:rPr lang="en-GB" altLang="en-US"/>
              <a:t>Insert the following keys to a 5-way B-tree:</a:t>
            </a:r>
          </a:p>
          <a:p>
            <a:r>
              <a:rPr lang="en-GB" altLang="en-US"/>
              <a:t>3, 7, 9, 23, 45, 1, 5, 14, 25, 24, 13, 11, 8, 19, 4, 31, 35, 56</a:t>
            </a:r>
          </a:p>
          <a:p>
            <a:endParaRPr lang="en-GB" altLang="en-US"/>
          </a:p>
          <a:p>
            <a:r>
              <a:rPr lang="en-GB" altLang="en-US"/>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DA6291-FE75-4A95-BEFA-EDF3EF502D87}"/>
              </a:ext>
            </a:extLst>
          </p:cNvPr>
          <p:cNvSpPr>
            <a:spLocks noGrp="1"/>
          </p:cNvSpPr>
          <p:nvPr>
            <p:ph type="ftr" sz="quarter" idx="10"/>
          </p:nvPr>
        </p:nvSpPr>
        <p:spPr/>
        <p:txBody>
          <a:bodyPr/>
          <a:lstStyle/>
          <a:p>
            <a:r>
              <a:rPr lang="en-US" altLang="en-US"/>
              <a:t>B-Trees</a:t>
            </a:r>
          </a:p>
        </p:txBody>
      </p:sp>
      <p:sp>
        <p:nvSpPr>
          <p:cNvPr id="5" name="Slide Number Placeholder 4">
            <a:extLst>
              <a:ext uri="{FF2B5EF4-FFF2-40B4-BE49-F238E27FC236}">
                <a16:creationId xmlns:a16="http://schemas.microsoft.com/office/drawing/2014/main" id="{11601D1A-784D-4BDA-A197-8AA9AF9AF54B}"/>
              </a:ext>
            </a:extLst>
          </p:cNvPr>
          <p:cNvSpPr>
            <a:spLocks noGrp="1"/>
          </p:cNvSpPr>
          <p:nvPr>
            <p:ph type="sldNum" sz="quarter" idx="11"/>
          </p:nvPr>
        </p:nvSpPr>
        <p:spPr/>
        <p:txBody>
          <a:bodyPr/>
          <a:lstStyle/>
          <a:p>
            <a:fld id="{2834EF9E-ADA2-4BEB-BA98-B0BCFC880C01}" type="slidenum">
              <a:rPr lang="en-US" altLang="en-US"/>
              <a:pPr/>
              <a:t>35</a:t>
            </a:fld>
            <a:endParaRPr lang="en-US" altLang="en-US"/>
          </a:p>
        </p:txBody>
      </p:sp>
      <p:sp>
        <p:nvSpPr>
          <p:cNvPr id="40962" name="Rectangle 2">
            <a:extLst>
              <a:ext uri="{FF2B5EF4-FFF2-40B4-BE49-F238E27FC236}">
                <a16:creationId xmlns:a16="http://schemas.microsoft.com/office/drawing/2014/main" id="{A711D58B-131A-4C82-9EC1-EEF3BEFFFEA9}"/>
              </a:ext>
            </a:extLst>
          </p:cNvPr>
          <p:cNvSpPr>
            <a:spLocks noGrp="1" noChangeArrowheads="1"/>
          </p:cNvSpPr>
          <p:nvPr>
            <p:ph type="title"/>
          </p:nvPr>
        </p:nvSpPr>
        <p:spPr>
          <a:ln/>
        </p:spPr>
        <p:txBody>
          <a:bodyPr/>
          <a:lstStyle/>
          <a:p>
            <a:r>
              <a:rPr lang="en-GB" altLang="en-US"/>
              <a:t>Removal from a B-tree</a:t>
            </a:r>
          </a:p>
        </p:txBody>
      </p:sp>
      <p:sp>
        <p:nvSpPr>
          <p:cNvPr id="40963" name="Rectangle 3">
            <a:extLst>
              <a:ext uri="{FF2B5EF4-FFF2-40B4-BE49-F238E27FC236}">
                <a16:creationId xmlns:a16="http://schemas.microsoft.com/office/drawing/2014/main" id="{46A09F9F-A83D-419E-B3E3-A8F3CB845F20}"/>
              </a:ext>
            </a:extLst>
          </p:cNvPr>
          <p:cNvSpPr>
            <a:spLocks noGrp="1" noChangeArrowheads="1"/>
          </p:cNvSpPr>
          <p:nvPr>
            <p:ph type="body" idx="1"/>
          </p:nvPr>
        </p:nvSpPr>
        <p:spPr>
          <a:ln/>
        </p:spPr>
        <p:txBody>
          <a:bodyPr/>
          <a:lstStyle/>
          <a:p>
            <a:pPr>
              <a:lnSpc>
                <a:spcPct val="90000"/>
              </a:lnSpc>
            </a:pPr>
            <a:r>
              <a:rPr lang="en-GB" altLang="en-US"/>
              <a:t>During insertion, the key always goes </a:t>
            </a:r>
            <a:r>
              <a:rPr lang="en-GB" altLang="en-US" i="1"/>
              <a:t>into</a:t>
            </a:r>
            <a:r>
              <a:rPr lang="en-GB" altLang="en-US"/>
              <a:t> a </a:t>
            </a:r>
            <a:r>
              <a:rPr lang="en-GB" altLang="en-US" i="1"/>
              <a:t>leaf</a:t>
            </a:r>
            <a:r>
              <a:rPr lang="en-GB" altLang="en-US"/>
              <a:t>.  For deletion we wish to remove </a:t>
            </a:r>
            <a:r>
              <a:rPr lang="en-GB" altLang="en-US" i="1"/>
              <a:t>from</a:t>
            </a:r>
            <a:r>
              <a:rPr lang="en-GB" altLang="en-US"/>
              <a:t> a leaf.  There are three possible ways we can do this:</a:t>
            </a:r>
          </a:p>
          <a:p>
            <a:pPr>
              <a:lnSpc>
                <a:spcPct val="90000"/>
              </a:lnSpc>
            </a:pPr>
            <a:r>
              <a:rPr lang="en-GB" altLang="en-US"/>
              <a:t>1 - If the key is already in a leaf node, and removing it doesn’t cause that leaf node to have too few keys, then simply remove the key to be deleted.</a:t>
            </a:r>
          </a:p>
          <a:p>
            <a:pPr>
              <a:lnSpc>
                <a:spcPct val="90000"/>
              </a:lnSpc>
            </a:pPr>
            <a:r>
              <a:rPr lang="en-GB" altLang="en-US"/>
              <a:t>2 - If the key is </a:t>
            </a:r>
            <a:r>
              <a:rPr lang="en-GB" altLang="en-US" i="1"/>
              <a:t>not</a:t>
            </a:r>
            <a:r>
              <a:rPr lang="en-GB" altLang="en-US"/>
              <a:t> in a leaf then it is guaranteed (by the nature of a B-tree) that its predecessor or successor will be in a leaf -- in this case we can delete the key and promote the predecessor or successor key to the non-leaf deleted key’s position.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746D4FB-0A5A-47F7-AAD5-4834D999C8A6}"/>
              </a:ext>
            </a:extLst>
          </p:cNvPr>
          <p:cNvSpPr>
            <a:spLocks noGrp="1"/>
          </p:cNvSpPr>
          <p:nvPr>
            <p:ph type="ftr" sz="quarter" idx="10"/>
          </p:nvPr>
        </p:nvSpPr>
        <p:spPr/>
        <p:txBody>
          <a:bodyPr/>
          <a:lstStyle/>
          <a:p>
            <a:r>
              <a:rPr lang="en-US" altLang="en-US"/>
              <a:t>B-Trees</a:t>
            </a:r>
          </a:p>
        </p:txBody>
      </p:sp>
      <p:sp>
        <p:nvSpPr>
          <p:cNvPr id="5" name="Slide Number Placeholder 4">
            <a:extLst>
              <a:ext uri="{FF2B5EF4-FFF2-40B4-BE49-F238E27FC236}">
                <a16:creationId xmlns:a16="http://schemas.microsoft.com/office/drawing/2014/main" id="{3D82A5DA-528C-4DEE-9B1F-63F485064C83}"/>
              </a:ext>
            </a:extLst>
          </p:cNvPr>
          <p:cNvSpPr>
            <a:spLocks noGrp="1"/>
          </p:cNvSpPr>
          <p:nvPr>
            <p:ph type="sldNum" sz="quarter" idx="11"/>
          </p:nvPr>
        </p:nvSpPr>
        <p:spPr/>
        <p:txBody>
          <a:bodyPr/>
          <a:lstStyle/>
          <a:p>
            <a:fld id="{22E208FE-C7DD-4925-8B9C-670A34E462A6}" type="slidenum">
              <a:rPr lang="en-US" altLang="en-US"/>
              <a:pPr/>
              <a:t>36</a:t>
            </a:fld>
            <a:endParaRPr lang="en-US" altLang="en-US"/>
          </a:p>
        </p:txBody>
      </p:sp>
      <p:sp>
        <p:nvSpPr>
          <p:cNvPr id="41986" name="Rectangle 2">
            <a:extLst>
              <a:ext uri="{FF2B5EF4-FFF2-40B4-BE49-F238E27FC236}">
                <a16:creationId xmlns:a16="http://schemas.microsoft.com/office/drawing/2014/main" id="{81E7CDBC-4459-447C-9AEF-26AB4CB6783D}"/>
              </a:ext>
            </a:extLst>
          </p:cNvPr>
          <p:cNvSpPr>
            <a:spLocks noGrp="1" noChangeArrowheads="1"/>
          </p:cNvSpPr>
          <p:nvPr>
            <p:ph type="title"/>
          </p:nvPr>
        </p:nvSpPr>
        <p:spPr>
          <a:ln/>
        </p:spPr>
        <p:txBody>
          <a:bodyPr/>
          <a:lstStyle/>
          <a:p>
            <a:r>
              <a:rPr lang="en-GB" altLang="en-US"/>
              <a:t>Removal from a B-tree (2)</a:t>
            </a:r>
          </a:p>
        </p:txBody>
      </p:sp>
      <p:sp>
        <p:nvSpPr>
          <p:cNvPr id="41987" name="Rectangle 3">
            <a:extLst>
              <a:ext uri="{FF2B5EF4-FFF2-40B4-BE49-F238E27FC236}">
                <a16:creationId xmlns:a16="http://schemas.microsoft.com/office/drawing/2014/main" id="{F035E5FB-7A3F-484A-B614-6E10E2490DDB}"/>
              </a:ext>
            </a:extLst>
          </p:cNvPr>
          <p:cNvSpPr>
            <a:spLocks noGrp="1" noChangeArrowheads="1"/>
          </p:cNvSpPr>
          <p:nvPr>
            <p:ph type="body" idx="1"/>
          </p:nvPr>
        </p:nvSpPr>
        <p:spPr>
          <a:ln/>
        </p:spPr>
        <p:txBody>
          <a:bodyPr/>
          <a:lstStyle/>
          <a:p>
            <a:r>
              <a:rPr lang="en-GB" altLang="en-US"/>
              <a:t>If (1) or (2) lead to a leaf node containing less than the minimum number of keys then we have to look at the siblings immediately adjacent to the leaf in question:  </a:t>
            </a:r>
          </a:p>
          <a:p>
            <a:pPr lvl="1"/>
            <a:r>
              <a:rPr lang="en-GB" altLang="en-US"/>
              <a:t>3: if one of them has more than the min. number of keys then we can promote one of its keys to the parent and take the parent key into our lacking leaf </a:t>
            </a:r>
          </a:p>
          <a:p>
            <a:pPr lvl="1"/>
            <a:r>
              <a:rPr lang="en-GB" altLang="en-US"/>
              <a:t>4: if neither of them has more than the min. number of keys then the lacking leaf and one of its neighbours can be combined with their shared parent (the opposite of promoting a key) and the new leaf will have the correct number of keys; if this step leave the parent with too few keys then we repeat the process up to the root itself, if required </a:t>
            </a:r>
          </a:p>
          <a:p>
            <a:pPr lvl="1"/>
            <a:endParaRPr lang="en-GB"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7">
            <a:extLst>
              <a:ext uri="{FF2B5EF4-FFF2-40B4-BE49-F238E27FC236}">
                <a16:creationId xmlns:a16="http://schemas.microsoft.com/office/drawing/2014/main" id="{67977C6E-4F87-43E4-8246-C9BC6B1F660C}"/>
              </a:ext>
            </a:extLst>
          </p:cNvPr>
          <p:cNvSpPr>
            <a:spLocks noGrp="1"/>
          </p:cNvSpPr>
          <p:nvPr>
            <p:ph type="ftr" sz="quarter" idx="10"/>
          </p:nvPr>
        </p:nvSpPr>
        <p:spPr/>
        <p:txBody>
          <a:bodyPr/>
          <a:lstStyle/>
          <a:p>
            <a:r>
              <a:rPr lang="en-US" altLang="en-US"/>
              <a:t>B-Trees</a:t>
            </a:r>
          </a:p>
        </p:txBody>
      </p:sp>
      <p:sp>
        <p:nvSpPr>
          <p:cNvPr id="39" name="Slide Number Placeholder 38">
            <a:extLst>
              <a:ext uri="{FF2B5EF4-FFF2-40B4-BE49-F238E27FC236}">
                <a16:creationId xmlns:a16="http://schemas.microsoft.com/office/drawing/2014/main" id="{3CB0AF7A-9473-42DC-8161-76E56210686B}"/>
              </a:ext>
            </a:extLst>
          </p:cNvPr>
          <p:cNvSpPr>
            <a:spLocks noGrp="1"/>
          </p:cNvSpPr>
          <p:nvPr>
            <p:ph type="sldNum" sz="quarter" idx="11"/>
          </p:nvPr>
        </p:nvSpPr>
        <p:spPr/>
        <p:txBody>
          <a:bodyPr/>
          <a:lstStyle/>
          <a:p>
            <a:fld id="{43A61DEF-A6A2-43EF-A040-DA7B99EDD494}" type="slidenum">
              <a:rPr lang="en-US" altLang="en-US"/>
              <a:pPr/>
              <a:t>37</a:t>
            </a:fld>
            <a:endParaRPr lang="en-US" altLang="en-US"/>
          </a:p>
        </p:txBody>
      </p:sp>
      <p:sp>
        <p:nvSpPr>
          <p:cNvPr id="46082" name="Rectangle 2">
            <a:extLst>
              <a:ext uri="{FF2B5EF4-FFF2-40B4-BE49-F238E27FC236}">
                <a16:creationId xmlns:a16="http://schemas.microsoft.com/office/drawing/2014/main" id="{5383AF66-B500-4E22-BE34-2DAD323ADBBB}"/>
              </a:ext>
            </a:extLst>
          </p:cNvPr>
          <p:cNvSpPr>
            <a:spLocks noGrp="1" noChangeArrowheads="1"/>
          </p:cNvSpPr>
          <p:nvPr>
            <p:ph type="title"/>
          </p:nvPr>
        </p:nvSpPr>
        <p:spPr>
          <a:ln/>
        </p:spPr>
        <p:txBody>
          <a:bodyPr/>
          <a:lstStyle/>
          <a:p>
            <a:r>
              <a:rPr lang="en-GB" altLang="en-US"/>
              <a:t>Type #1: Simple leaf deletion</a:t>
            </a:r>
          </a:p>
        </p:txBody>
      </p:sp>
      <p:grpSp>
        <p:nvGrpSpPr>
          <p:cNvPr id="46126" name="Group 46">
            <a:extLst>
              <a:ext uri="{FF2B5EF4-FFF2-40B4-BE49-F238E27FC236}">
                <a16:creationId xmlns:a16="http://schemas.microsoft.com/office/drawing/2014/main" id="{6EF253D4-56C7-4E69-99D8-CE0AB8414D62}"/>
              </a:ext>
            </a:extLst>
          </p:cNvPr>
          <p:cNvGrpSpPr>
            <a:grpSpLocks/>
          </p:cNvGrpSpPr>
          <p:nvPr/>
        </p:nvGrpSpPr>
        <p:grpSpPr bwMode="auto">
          <a:xfrm>
            <a:off x="2514600" y="2209800"/>
            <a:ext cx="6858000" cy="2133600"/>
            <a:chOff x="624" y="1392"/>
            <a:chExt cx="4320" cy="1344"/>
          </a:xfrm>
        </p:grpSpPr>
        <p:grpSp>
          <p:nvGrpSpPr>
            <p:cNvPr id="46094" name="Group 14">
              <a:extLst>
                <a:ext uri="{FF2B5EF4-FFF2-40B4-BE49-F238E27FC236}">
                  <a16:creationId xmlns:a16="http://schemas.microsoft.com/office/drawing/2014/main" id="{41521FE3-0BB4-4892-81D4-6019A2451CF7}"/>
                </a:ext>
              </a:extLst>
            </p:cNvPr>
            <p:cNvGrpSpPr>
              <a:grpSpLocks/>
            </p:cNvGrpSpPr>
            <p:nvPr/>
          </p:nvGrpSpPr>
          <p:grpSpPr bwMode="auto">
            <a:xfrm>
              <a:off x="2160" y="1392"/>
              <a:ext cx="1200" cy="432"/>
              <a:chOff x="2160" y="1392"/>
              <a:chExt cx="1200" cy="432"/>
            </a:xfrm>
          </p:grpSpPr>
          <p:sp>
            <p:nvSpPr>
              <p:cNvPr id="46085" name="Rectangle 5">
                <a:extLst>
                  <a:ext uri="{FF2B5EF4-FFF2-40B4-BE49-F238E27FC236}">
                    <a16:creationId xmlns:a16="http://schemas.microsoft.com/office/drawing/2014/main" id="{92A9D099-1F51-43FC-8AD8-EE31B3FFAD69}"/>
                  </a:ext>
                </a:extLst>
              </p:cNvPr>
              <p:cNvSpPr>
                <a:spLocks noChangeArrowheads="1"/>
              </p:cNvSpPr>
              <p:nvPr/>
            </p:nvSpPr>
            <p:spPr bwMode="auto">
              <a:xfrm>
                <a:off x="2160" y="1392"/>
                <a:ext cx="1200"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088" name="Rectangle 8">
                <a:extLst>
                  <a:ext uri="{FF2B5EF4-FFF2-40B4-BE49-F238E27FC236}">
                    <a16:creationId xmlns:a16="http://schemas.microsoft.com/office/drawing/2014/main" id="{EE7B138E-2AB5-42DD-86EF-D7FC9D19159F}"/>
                  </a:ext>
                </a:extLst>
              </p:cNvPr>
              <p:cNvSpPr>
                <a:spLocks noChangeArrowheads="1"/>
              </p:cNvSpPr>
              <p:nvPr/>
            </p:nvSpPr>
            <p:spPr bwMode="auto">
              <a:xfrm>
                <a:off x="2208"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12</a:t>
                </a:r>
              </a:p>
            </p:txBody>
          </p:sp>
          <p:sp>
            <p:nvSpPr>
              <p:cNvPr id="46089" name="Rectangle 9">
                <a:extLst>
                  <a:ext uri="{FF2B5EF4-FFF2-40B4-BE49-F238E27FC236}">
                    <a16:creationId xmlns:a16="http://schemas.microsoft.com/office/drawing/2014/main" id="{91A8A317-50DB-4FE0-830C-668D7B5BF72E}"/>
                  </a:ext>
                </a:extLst>
              </p:cNvPr>
              <p:cNvSpPr>
                <a:spLocks noChangeArrowheads="1"/>
              </p:cNvSpPr>
              <p:nvPr/>
            </p:nvSpPr>
            <p:spPr bwMode="auto">
              <a:xfrm>
                <a:off x="2592"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29</a:t>
                </a:r>
              </a:p>
            </p:txBody>
          </p:sp>
          <p:sp>
            <p:nvSpPr>
              <p:cNvPr id="46090" name="Rectangle 10">
                <a:extLst>
                  <a:ext uri="{FF2B5EF4-FFF2-40B4-BE49-F238E27FC236}">
                    <a16:creationId xmlns:a16="http://schemas.microsoft.com/office/drawing/2014/main" id="{106A4D98-7A56-49F8-AC7B-4C6F4EB3EB16}"/>
                  </a:ext>
                </a:extLst>
              </p:cNvPr>
              <p:cNvSpPr>
                <a:spLocks noChangeArrowheads="1"/>
              </p:cNvSpPr>
              <p:nvPr/>
            </p:nvSpPr>
            <p:spPr bwMode="auto">
              <a:xfrm>
                <a:off x="2976"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52</a:t>
                </a:r>
              </a:p>
            </p:txBody>
          </p:sp>
        </p:grpSp>
        <p:grpSp>
          <p:nvGrpSpPr>
            <p:cNvPr id="46095" name="Group 15">
              <a:extLst>
                <a:ext uri="{FF2B5EF4-FFF2-40B4-BE49-F238E27FC236}">
                  <a16:creationId xmlns:a16="http://schemas.microsoft.com/office/drawing/2014/main" id="{5595F495-6811-474A-80EA-784E44EF9B16}"/>
                </a:ext>
              </a:extLst>
            </p:cNvPr>
            <p:cNvGrpSpPr>
              <a:grpSpLocks/>
            </p:cNvGrpSpPr>
            <p:nvPr/>
          </p:nvGrpSpPr>
          <p:grpSpPr bwMode="auto">
            <a:xfrm>
              <a:off x="624" y="2304"/>
              <a:ext cx="1200" cy="432"/>
              <a:chOff x="2160" y="1392"/>
              <a:chExt cx="1200" cy="432"/>
            </a:xfrm>
          </p:grpSpPr>
          <p:sp>
            <p:nvSpPr>
              <p:cNvPr id="46096" name="Rectangle 16">
                <a:extLst>
                  <a:ext uri="{FF2B5EF4-FFF2-40B4-BE49-F238E27FC236}">
                    <a16:creationId xmlns:a16="http://schemas.microsoft.com/office/drawing/2014/main" id="{548A6A65-FA27-4F28-B220-F7F07055D5A4}"/>
                  </a:ext>
                </a:extLst>
              </p:cNvPr>
              <p:cNvSpPr>
                <a:spLocks noChangeArrowheads="1"/>
              </p:cNvSpPr>
              <p:nvPr/>
            </p:nvSpPr>
            <p:spPr bwMode="auto">
              <a:xfrm>
                <a:off x="2160" y="1392"/>
                <a:ext cx="1200"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097" name="Rectangle 17">
                <a:extLst>
                  <a:ext uri="{FF2B5EF4-FFF2-40B4-BE49-F238E27FC236}">
                    <a16:creationId xmlns:a16="http://schemas.microsoft.com/office/drawing/2014/main" id="{3170C0DB-5480-40F9-AA81-61B9BC370418}"/>
                  </a:ext>
                </a:extLst>
              </p:cNvPr>
              <p:cNvSpPr>
                <a:spLocks noChangeArrowheads="1"/>
              </p:cNvSpPr>
              <p:nvPr/>
            </p:nvSpPr>
            <p:spPr bwMode="auto">
              <a:xfrm>
                <a:off x="2208"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a:t>
                </a:r>
              </a:p>
            </p:txBody>
          </p:sp>
          <p:sp>
            <p:nvSpPr>
              <p:cNvPr id="46098" name="Rectangle 18">
                <a:extLst>
                  <a:ext uri="{FF2B5EF4-FFF2-40B4-BE49-F238E27FC236}">
                    <a16:creationId xmlns:a16="http://schemas.microsoft.com/office/drawing/2014/main" id="{25294F3B-1876-442A-B800-DBA4313CB74B}"/>
                  </a:ext>
                </a:extLst>
              </p:cNvPr>
              <p:cNvSpPr>
                <a:spLocks noChangeArrowheads="1"/>
              </p:cNvSpPr>
              <p:nvPr/>
            </p:nvSpPr>
            <p:spPr bwMode="auto">
              <a:xfrm>
                <a:off x="2592"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7</a:t>
                </a:r>
              </a:p>
            </p:txBody>
          </p:sp>
          <p:sp>
            <p:nvSpPr>
              <p:cNvPr id="46099" name="Rectangle 19">
                <a:extLst>
                  <a:ext uri="{FF2B5EF4-FFF2-40B4-BE49-F238E27FC236}">
                    <a16:creationId xmlns:a16="http://schemas.microsoft.com/office/drawing/2014/main" id="{3EE12F45-F185-4ADC-9069-E9C6095161A6}"/>
                  </a:ext>
                </a:extLst>
              </p:cNvPr>
              <p:cNvSpPr>
                <a:spLocks noChangeArrowheads="1"/>
              </p:cNvSpPr>
              <p:nvPr/>
            </p:nvSpPr>
            <p:spPr bwMode="auto">
              <a:xfrm>
                <a:off x="2976"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9</a:t>
                </a:r>
              </a:p>
            </p:txBody>
          </p:sp>
        </p:grpSp>
        <p:grpSp>
          <p:nvGrpSpPr>
            <p:cNvPr id="46114" name="Group 34">
              <a:extLst>
                <a:ext uri="{FF2B5EF4-FFF2-40B4-BE49-F238E27FC236}">
                  <a16:creationId xmlns:a16="http://schemas.microsoft.com/office/drawing/2014/main" id="{AD9FE9C6-AAF3-4C1A-A4AC-0C34F7E9A8A8}"/>
                </a:ext>
              </a:extLst>
            </p:cNvPr>
            <p:cNvGrpSpPr>
              <a:grpSpLocks/>
            </p:cNvGrpSpPr>
            <p:nvPr/>
          </p:nvGrpSpPr>
          <p:grpSpPr bwMode="auto">
            <a:xfrm>
              <a:off x="1920" y="2304"/>
              <a:ext cx="816" cy="432"/>
              <a:chOff x="2160" y="2304"/>
              <a:chExt cx="816" cy="432"/>
            </a:xfrm>
          </p:grpSpPr>
          <p:sp>
            <p:nvSpPr>
              <p:cNvPr id="46101" name="Rectangle 21">
                <a:extLst>
                  <a:ext uri="{FF2B5EF4-FFF2-40B4-BE49-F238E27FC236}">
                    <a16:creationId xmlns:a16="http://schemas.microsoft.com/office/drawing/2014/main" id="{E9AE55D0-909C-4004-AF9A-980889374AD1}"/>
                  </a:ext>
                </a:extLst>
              </p:cNvPr>
              <p:cNvSpPr>
                <a:spLocks noChangeArrowheads="1"/>
              </p:cNvSpPr>
              <p:nvPr/>
            </p:nvSpPr>
            <p:spPr bwMode="auto">
              <a:xfrm>
                <a:off x="2160"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102" name="Rectangle 22">
                <a:extLst>
                  <a:ext uri="{FF2B5EF4-FFF2-40B4-BE49-F238E27FC236}">
                    <a16:creationId xmlns:a16="http://schemas.microsoft.com/office/drawing/2014/main" id="{BFD10128-E32D-40F2-ADD0-3930189FCEE1}"/>
                  </a:ext>
                </a:extLst>
              </p:cNvPr>
              <p:cNvSpPr>
                <a:spLocks noChangeArrowheads="1"/>
              </p:cNvSpPr>
              <p:nvPr/>
            </p:nvSpPr>
            <p:spPr bwMode="auto">
              <a:xfrm>
                <a:off x="220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15</a:t>
                </a:r>
              </a:p>
            </p:txBody>
          </p:sp>
          <p:sp>
            <p:nvSpPr>
              <p:cNvPr id="46103" name="Rectangle 23">
                <a:extLst>
                  <a:ext uri="{FF2B5EF4-FFF2-40B4-BE49-F238E27FC236}">
                    <a16:creationId xmlns:a16="http://schemas.microsoft.com/office/drawing/2014/main" id="{43CD3733-0208-44E4-9E40-1E722E70381D}"/>
                  </a:ext>
                </a:extLst>
              </p:cNvPr>
              <p:cNvSpPr>
                <a:spLocks noChangeArrowheads="1"/>
              </p:cNvSpPr>
              <p:nvPr/>
            </p:nvSpPr>
            <p:spPr bwMode="auto">
              <a:xfrm>
                <a:off x="2592"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22</a:t>
                </a:r>
              </a:p>
            </p:txBody>
          </p:sp>
        </p:grpSp>
        <p:grpSp>
          <p:nvGrpSpPr>
            <p:cNvPr id="46105" name="Group 25">
              <a:extLst>
                <a:ext uri="{FF2B5EF4-FFF2-40B4-BE49-F238E27FC236}">
                  <a16:creationId xmlns:a16="http://schemas.microsoft.com/office/drawing/2014/main" id="{74CBC0AF-A4B4-47F2-97E6-0A16033DFFCD}"/>
                </a:ext>
              </a:extLst>
            </p:cNvPr>
            <p:cNvGrpSpPr>
              <a:grpSpLocks/>
            </p:cNvGrpSpPr>
            <p:nvPr/>
          </p:nvGrpSpPr>
          <p:grpSpPr bwMode="auto">
            <a:xfrm>
              <a:off x="3744" y="2304"/>
              <a:ext cx="1200" cy="432"/>
              <a:chOff x="2160" y="1392"/>
              <a:chExt cx="1200" cy="432"/>
            </a:xfrm>
          </p:grpSpPr>
          <p:sp>
            <p:nvSpPr>
              <p:cNvPr id="46106" name="Rectangle 26">
                <a:extLst>
                  <a:ext uri="{FF2B5EF4-FFF2-40B4-BE49-F238E27FC236}">
                    <a16:creationId xmlns:a16="http://schemas.microsoft.com/office/drawing/2014/main" id="{5C8EDB75-87ED-4BAA-BC7E-2230129D66D4}"/>
                  </a:ext>
                </a:extLst>
              </p:cNvPr>
              <p:cNvSpPr>
                <a:spLocks noChangeArrowheads="1"/>
              </p:cNvSpPr>
              <p:nvPr/>
            </p:nvSpPr>
            <p:spPr bwMode="auto">
              <a:xfrm>
                <a:off x="2160" y="1392"/>
                <a:ext cx="1200"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107" name="Rectangle 27">
                <a:extLst>
                  <a:ext uri="{FF2B5EF4-FFF2-40B4-BE49-F238E27FC236}">
                    <a16:creationId xmlns:a16="http://schemas.microsoft.com/office/drawing/2014/main" id="{42D098D7-FCCD-4DBF-BDB2-85F33C44C889}"/>
                  </a:ext>
                </a:extLst>
              </p:cNvPr>
              <p:cNvSpPr>
                <a:spLocks noChangeArrowheads="1"/>
              </p:cNvSpPr>
              <p:nvPr/>
            </p:nvSpPr>
            <p:spPr bwMode="auto">
              <a:xfrm>
                <a:off x="2208"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56</a:t>
                </a:r>
              </a:p>
            </p:txBody>
          </p:sp>
          <p:sp>
            <p:nvSpPr>
              <p:cNvPr id="46108" name="Rectangle 28">
                <a:extLst>
                  <a:ext uri="{FF2B5EF4-FFF2-40B4-BE49-F238E27FC236}">
                    <a16:creationId xmlns:a16="http://schemas.microsoft.com/office/drawing/2014/main" id="{5D7AB208-86B4-4162-AE1F-769C812B63BB}"/>
                  </a:ext>
                </a:extLst>
              </p:cNvPr>
              <p:cNvSpPr>
                <a:spLocks noChangeArrowheads="1"/>
              </p:cNvSpPr>
              <p:nvPr/>
            </p:nvSpPr>
            <p:spPr bwMode="auto">
              <a:xfrm>
                <a:off x="2592"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69</a:t>
                </a:r>
              </a:p>
            </p:txBody>
          </p:sp>
          <p:sp>
            <p:nvSpPr>
              <p:cNvPr id="46109" name="Rectangle 29">
                <a:extLst>
                  <a:ext uri="{FF2B5EF4-FFF2-40B4-BE49-F238E27FC236}">
                    <a16:creationId xmlns:a16="http://schemas.microsoft.com/office/drawing/2014/main" id="{261346F8-A40F-4D7F-B8AC-EA9980C121DC}"/>
                  </a:ext>
                </a:extLst>
              </p:cNvPr>
              <p:cNvSpPr>
                <a:spLocks noChangeArrowheads="1"/>
              </p:cNvSpPr>
              <p:nvPr/>
            </p:nvSpPr>
            <p:spPr bwMode="auto">
              <a:xfrm>
                <a:off x="2976"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72</a:t>
                </a:r>
              </a:p>
            </p:txBody>
          </p:sp>
        </p:grpSp>
        <p:sp>
          <p:nvSpPr>
            <p:cNvPr id="46110" name="Line 30">
              <a:extLst>
                <a:ext uri="{FF2B5EF4-FFF2-40B4-BE49-F238E27FC236}">
                  <a16:creationId xmlns:a16="http://schemas.microsoft.com/office/drawing/2014/main" id="{4AD69E69-1EBB-47CF-BA85-5E45F473E782}"/>
                </a:ext>
              </a:extLst>
            </p:cNvPr>
            <p:cNvSpPr>
              <a:spLocks noChangeShapeType="1"/>
            </p:cNvSpPr>
            <p:nvPr/>
          </p:nvSpPr>
          <p:spPr bwMode="auto">
            <a:xfrm flipH="1">
              <a:off x="1824" y="1824"/>
              <a:ext cx="33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111" name="Line 31">
              <a:extLst>
                <a:ext uri="{FF2B5EF4-FFF2-40B4-BE49-F238E27FC236}">
                  <a16:creationId xmlns:a16="http://schemas.microsoft.com/office/drawing/2014/main" id="{F46E0A0D-A57A-4DFF-B80E-F8F41FED4DD8}"/>
                </a:ext>
              </a:extLst>
            </p:cNvPr>
            <p:cNvSpPr>
              <a:spLocks noChangeShapeType="1"/>
            </p:cNvSpPr>
            <p:nvPr/>
          </p:nvSpPr>
          <p:spPr bwMode="auto">
            <a:xfrm flipH="1">
              <a:off x="2448" y="1824"/>
              <a:ext cx="9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112" name="Line 32">
              <a:extLst>
                <a:ext uri="{FF2B5EF4-FFF2-40B4-BE49-F238E27FC236}">
                  <a16:creationId xmlns:a16="http://schemas.microsoft.com/office/drawing/2014/main" id="{B8E1CDB0-DC73-4593-A89A-DCE6C7F35805}"/>
                </a:ext>
              </a:extLst>
            </p:cNvPr>
            <p:cNvSpPr>
              <a:spLocks noChangeShapeType="1"/>
            </p:cNvSpPr>
            <p:nvPr/>
          </p:nvSpPr>
          <p:spPr bwMode="auto">
            <a:xfrm>
              <a:off x="3360" y="1824"/>
              <a:ext cx="38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113" name="Line 33">
              <a:extLst>
                <a:ext uri="{FF2B5EF4-FFF2-40B4-BE49-F238E27FC236}">
                  <a16:creationId xmlns:a16="http://schemas.microsoft.com/office/drawing/2014/main" id="{2C26036A-B172-4E3C-83B3-68817D2C1D5C}"/>
                </a:ext>
              </a:extLst>
            </p:cNvPr>
            <p:cNvSpPr>
              <a:spLocks noChangeShapeType="1"/>
            </p:cNvSpPr>
            <p:nvPr/>
          </p:nvSpPr>
          <p:spPr bwMode="auto">
            <a:xfrm>
              <a:off x="2976" y="1824"/>
              <a:ext cx="14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46120" name="Group 40">
              <a:extLst>
                <a:ext uri="{FF2B5EF4-FFF2-40B4-BE49-F238E27FC236}">
                  <a16:creationId xmlns:a16="http://schemas.microsoft.com/office/drawing/2014/main" id="{1770EA9E-191F-4192-9E0D-247C553953AD}"/>
                </a:ext>
              </a:extLst>
            </p:cNvPr>
            <p:cNvGrpSpPr>
              <a:grpSpLocks/>
            </p:cNvGrpSpPr>
            <p:nvPr/>
          </p:nvGrpSpPr>
          <p:grpSpPr bwMode="auto">
            <a:xfrm>
              <a:off x="2832" y="2304"/>
              <a:ext cx="816" cy="432"/>
              <a:chOff x="2160" y="2304"/>
              <a:chExt cx="816" cy="432"/>
            </a:xfrm>
          </p:grpSpPr>
          <p:sp>
            <p:nvSpPr>
              <p:cNvPr id="46121" name="Rectangle 41">
                <a:extLst>
                  <a:ext uri="{FF2B5EF4-FFF2-40B4-BE49-F238E27FC236}">
                    <a16:creationId xmlns:a16="http://schemas.microsoft.com/office/drawing/2014/main" id="{E95588EA-5A14-4B1D-A33B-AE74234C88A9}"/>
                  </a:ext>
                </a:extLst>
              </p:cNvPr>
              <p:cNvSpPr>
                <a:spLocks noChangeArrowheads="1"/>
              </p:cNvSpPr>
              <p:nvPr/>
            </p:nvSpPr>
            <p:spPr bwMode="auto">
              <a:xfrm>
                <a:off x="2160"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122" name="Rectangle 42">
                <a:extLst>
                  <a:ext uri="{FF2B5EF4-FFF2-40B4-BE49-F238E27FC236}">
                    <a16:creationId xmlns:a16="http://schemas.microsoft.com/office/drawing/2014/main" id="{5B77B2CB-BB99-4DFF-AFD9-9007745F839F}"/>
                  </a:ext>
                </a:extLst>
              </p:cNvPr>
              <p:cNvSpPr>
                <a:spLocks noChangeArrowheads="1"/>
              </p:cNvSpPr>
              <p:nvPr/>
            </p:nvSpPr>
            <p:spPr bwMode="auto">
              <a:xfrm>
                <a:off x="220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31</a:t>
                </a:r>
              </a:p>
            </p:txBody>
          </p:sp>
          <p:sp>
            <p:nvSpPr>
              <p:cNvPr id="46123" name="Rectangle 43">
                <a:extLst>
                  <a:ext uri="{FF2B5EF4-FFF2-40B4-BE49-F238E27FC236}">
                    <a16:creationId xmlns:a16="http://schemas.microsoft.com/office/drawing/2014/main" id="{185A3DBC-CCEB-45CA-A839-1D1F7F95BBD7}"/>
                  </a:ext>
                </a:extLst>
              </p:cNvPr>
              <p:cNvSpPr>
                <a:spLocks noChangeArrowheads="1"/>
              </p:cNvSpPr>
              <p:nvPr/>
            </p:nvSpPr>
            <p:spPr bwMode="auto">
              <a:xfrm>
                <a:off x="2592"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43</a:t>
                </a:r>
              </a:p>
            </p:txBody>
          </p:sp>
        </p:grpSp>
      </p:grpSp>
      <p:sp>
        <p:nvSpPr>
          <p:cNvPr id="46124" name="Text Box 44">
            <a:extLst>
              <a:ext uri="{FF2B5EF4-FFF2-40B4-BE49-F238E27FC236}">
                <a16:creationId xmlns:a16="http://schemas.microsoft.com/office/drawing/2014/main" id="{FD856656-B3B7-4D7A-AF51-202DA16110F0}"/>
              </a:ext>
            </a:extLst>
          </p:cNvPr>
          <p:cNvSpPr txBox="1">
            <a:spLocks noChangeArrowheads="1"/>
          </p:cNvSpPr>
          <p:nvPr/>
        </p:nvSpPr>
        <p:spPr bwMode="auto">
          <a:xfrm>
            <a:off x="2627077" y="5087036"/>
            <a:ext cx="33119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a:t>Delete 2:  Since there are enough</a:t>
            </a:r>
          </a:p>
          <a:p>
            <a:pPr algn="ctr"/>
            <a:r>
              <a:rPr lang="en-GB" altLang="en-US"/>
              <a:t>keys in the node, just delete it</a:t>
            </a:r>
            <a:endParaRPr lang="en-GB" altLang="en-US" sz="2800"/>
          </a:p>
        </p:txBody>
      </p:sp>
      <p:sp>
        <p:nvSpPr>
          <p:cNvPr id="46125" name="Line 45">
            <a:extLst>
              <a:ext uri="{FF2B5EF4-FFF2-40B4-BE49-F238E27FC236}">
                <a16:creationId xmlns:a16="http://schemas.microsoft.com/office/drawing/2014/main" id="{557D41AA-E6C0-4135-A48C-EE27F1AD2FEE}"/>
              </a:ext>
            </a:extLst>
          </p:cNvPr>
          <p:cNvSpPr>
            <a:spLocks noChangeShapeType="1"/>
          </p:cNvSpPr>
          <p:nvPr/>
        </p:nvSpPr>
        <p:spPr bwMode="auto">
          <a:xfrm flipH="1" flipV="1">
            <a:off x="2971800" y="4495800"/>
            <a:ext cx="1524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128" name="Text Box 48">
            <a:extLst>
              <a:ext uri="{FF2B5EF4-FFF2-40B4-BE49-F238E27FC236}">
                <a16:creationId xmlns:a16="http://schemas.microsoft.com/office/drawing/2014/main" id="{57E455DA-C52D-4053-A7B7-15321D7809E1}"/>
              </a:ext>
            </a:extLst>
          </p:cNvPr>
          <p:cNvSpPr txBox="1">
            <a:spLocks noChangeArrowheads="1"/>
          </p:cNvSpPr>
          <p:nvPr/>
        </p:nvSpPr>
        <p:spPr bwMode="auto">
          <a:xfrm>
            <a:off x="2088350" y="2131111"/>
            <a:ext cx="19383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a:t>Assuming a 5-way</a:t>
            </a:r>
          </a:p>
          <a:p>
            <a:pPr algn="ctr"/>
            <a:r>
              <a:rPr lang="en-GB" altLang="en-US"/>
              <a:t>B-Tree, as before...</a:t>
            </a:r>
            <a:endParaRPr lang="en-GB" altLang="en-US" sz="2800" i="1">
              <a:effectLst>
                <a:outerShdw blurRad="38100" dist="38100" dir="2700000" algn="tl">
                  <a:srgbClr val="C0C0C0"/>
                </a:outerShdw>
              </a:effectLst>
            </a:endParaRPr>
          </a:p>
        </p:txBody>
      </p:sp>
      <p:sp>
        <p:nvSpPr>
          <p:cNvPr id="46129" name="Text Box 49">
            <a:extLst>
              <a:ext uri="{FF2B5EF4-FFF2-40B4-BE49-F238E27FC236}">
                <a16:creationId xmlns:a16="http://schemas.microsoft.com/office/drawing/2014/main" id="{62877DB9-EDC9-4842-A676-C0A3C600B896}"/>
              </a:ext>
            </a:extLst>
          </p:cNvPr>
          <p:cNvSpPr txBox="1">
            <a:spLocks noChangeArrowheads="1"/>
          </p:cNvSpPr>
          <p:nvPr/>
        </p:nvSpPr>
        <p:spPr bwMode="auto">
          <a:xfrm>
            <a:off x="6894708" y="5864326"/>
            <a:ext cx="31571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sz="1400" i="1"/>
              <a:t>Note when printed: this slide is animated</a:t>
            </a:r>
            <a:endParaRPr lang="en-GB" altLang="en-US" sz="2800" i="1">
              <a:effectLst>
                <a:outerShdw blurRad="38100" dist="38100" dir="2700000" algn="tl">
                  <a:srgbClr val="C0C0C0"/>
                </a:outerShdw>
              </a:effectLst>
            </a:endParaRPr>
          </a:p>
        </p:txBody>
      </p:sp>
      <p:grpSp>
        <p:nvGrpSpPr>
          <p:cNvPr id="46131" name="Group 51">
            <a:extLst>
              <a:ext uri="{FF2B5EF4-FFF2-40B4-BE49-F238E27FC236}">
                <a16:creationId xmlns:a16="http://schemas.microsoft.com/office/drawing/2014/main" id="{EC7F030F-3788-461C-8434-ECA714F68F77}"/>
              </a:ext>
            </a:extLst>
          </p:cNvPr>
          <p:cNvGrpSpPr>
            <a:grpSpLocks/>
          </p:cNvGrpSpPr>
          <p:nvPr/>
        </p:nvGrpSpPr>
        <p:grpSpPr bwMode="auto">
          <a:xfrm>
            <a:off x="2438400" y="3581400"/>
            <a:ext cx="685800" cy="914400"/>
            <a:chOff x="576" y="2256"/>
            <a:chExt cx="432" cy="576"/>
          </a:xfrm>
        </p:grpSpPr>
        <p:sp>
          <p:nvSpPr>
            <p:cNvPr id="46127" name="Rectangle 47">
              <a:extLst>
                <a:ext uri="{FF2B5EF4-FFF2-40B4-BE49-F238E27FC236}">
                  <a16:creationId xmlns:a16="http://schemas.microsoft.com/office/drawing/2014/main" id="{053396B8-C34C-4EA5-88C6-AE7E636526A0}"/>
                </a:ext>
              </a:extLst>
            </p:cNvPr>
            <p:cNvSpPr>
              <a:spLocks noChangeArrowheads="1"/>
            </p:cNvSpPr>
            <p:nvPr/>
          </p:nvSpPr>
          <p:spPr bwMode="auto">
            <a:xfrm>
              <a:off x="576" y="2256"/>
              <a:ext cx="432" cy="576"/>
            </a:xfrm>
            <a:prstGeom prst="rect">
              <a:avLst/>
            </a:prstGeom>
            <a:solidFill>
              <a:schemeClr val="bg1"/>
            </a:soli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130" name="Line 50">
              <a:extLst>
                <a:ext uri="{FF2B5EF4-FFF2-40B4-BE49-F238E27FC236}">
                  <a16:creationId xmlns:a16="http://schemas.microsoft.com/office/drawing/2014/main" id="{0E682AA4-F981-495C-8866-AB35F425C34B}"/>
                </a:ext>
              </a:extLst>
            </p:cNvPr>
            <p:cNvSpPr>
              <a:spLocks noChangeShapeType="1"/>
            </p:cNvSpPr>
            <p:nvPr/>
          </p:nvSpPr>
          <p:spPr bwMode="auto">
            <a:xfrm>
              <a:off x="1008" y="2304"/>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6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ooter Placeholder 43">
            <a:extLst>
              <a:ext uri="{FF2B5EF4-FFF2-40B4-BE49-F238E27FC236}">
                <a16:creationId xmlns:a16="http://schemas.microsoft.com/office/drawing/2014/main" id="{0462D70E-FD25-4AC2-A91F-DC3EAA2BE835}"/>
              </a:ext>
            </a:extLst>
          </p:cNvPr>
          <p:cNvSpPr>
            <a:spLocks noGrp="1"/>
          </p:cNvSpPr>
          <p:nvPr>
            <p:ph type="ftr" sz="quarter" idx="10"/>
          </p:nvPr>
        </p:nvSpPr>
        <p:spPr/>
        <p:txBody>
          <a:bodyPr/>
          <a:lstStyle/>
          <a:p>
            <a:r>
              <a:rPr lang="en-US" altLang="en-US"/>
              <a:t>B-Trees</a:t>
            </a:r>
          </a:p>
        </p:txBody>
      </p:sp>
      <p:sp>
        <p:nvSpPr>
          <p:cNvPr id="45" name="Slide Number Placeholder 44">
            <a:extLst>
              <a:ext uri="{FF2B5EF4-FFF2-40B4-BE49-F238E27FC236}">
                <a16:creationId xmlns:a16="http://schemas.microsoft.com/office/drawing/2014/main" id="{9B0C483C-E152-4542-AA77-CF35819B597A}"/>
              </a:ext>
            </a:extLst>
          </p:cNvPr>
          <p:cNvSpPr>
            <a:spLocks noGrp="1"/>
          </p:cNvSpPr>
          <p:nvPr>
            <p:ph type="sldNum" sz="quarter" idx="11"/>
          </p:nvPr>
        </p:nvSpPr>
        <p:spPr/>
        <p:txBody>
          <a:bodyPr/>
          <a:lstStyle/>
          <a:p>
            <a:fld id="{2C17EB51-6146-4AFD-B143-C686A10913BA}" type="slidenum">
              <a:rPr lang="en-US" altLang="en-US"/>
              <a:pPr/>
              <a:t>38</a:t>
            </a:fld>
            <a:endParaRPr lang="en-US" altLang="en-US"/>
          </a:p>
        </p:txBody>
      </p:sp>
      <p:sp>
        <p:nvSpPr>
          <p:cNvPr id="48130" name="Rectangle 2050">
            <a:extLst>
              <a:ext uri="{FF2B5EF4-FFF2-40B4-BE49-F238E27FC236}">
                <a16:creationId xmlns:a16="http://schemas.microsoft.com/office/drawing/2014/main" id="{91FF6DC6-4DD0-43A4-8AD8-87A68045B6BA}"/>
              </a:ext>
            </a:extLst>
          </p:cNvPr>
          <p:cNvSpPr>
            <a:spLocks noGrp="1" noChangeArrowheads="1"/>
          </p:cNvSpPr>
          <p:nvPr>
            <p:ph type="title"/>
          </p:nvPr>
        </p:nvSpPr>
        <p:spPr>
          <a:ln/>
        </p:spPr>
        <p:txBody>
          <a:bodyPr/>
          <a:lstStyle/>
          <a:p>
            <a:r>
              <a:rPr lang="en-GB" altLang="en-US"/>
              <a:t>Type #2: Simple non-leaf deletion</a:t>
            </a:r>
          </a:p>
        </p:txBody>
      </p:sp>
      <p:grpSp>
        <p:nvGrpSpPr>
          <p:cNvPr id="48160" name="Group 2080">
            <a:extLst>
              <a:ext uri="{FF2B5EF4-FFF2-40B4-BE49-F238E27FC236}">
                <a16:creationId xmlns:a16="http://schemas.microsoft.com/office/drawing/2014/main" id="{6E83BFB8-2CBF-4614-AD7F-D410B50CAB7D}"/>
              </a:ext>
            </a:extLst>
          </p:cNvPr>
          <p:cNvGrpSpPr>
            <a:grpSpLocks/>
          </p:cNvGrpSpPr>
          <p:nvPr/>
        </p:nvGrpSpPr>
        <p:grpSpPr bwMode="auto">
          <a:xfrm>
            <a:off x="3124200" y="2209800"/>
            <a:ext cx="6248400" cy="2133600"/>
            <a:chOff x="1008" y="1392"/>
            <a:chExt cx="3936" cy="1344"/>
          </a:xfrm>
        </p:grpSpPr>
        <p:grpSp>
          <p:nvGrpSpPr>
            <p:cNvPr id="48132" name="Group 2052">
              <a:extLst>
                <a:ext uri="{FF2B5EF4-FFF2-40B4-BE49-F238E27FC236}">
                  <a16:creationId xmlns:a16="http://schemas.microsoft.com/office/drawing/2014/main" id="{303AB4BC-B5C1-42CA-9D32-0D45E0E7C8B7}"/>
                </a:ext>
              </a:extLst>
            </p:cNvPr>
            <p:cNvGrpSpPr>
              <a:grpSpLocks/>
            </p:cNvGrpSpPr>
            <p:nvPr/>
          </p:nvGrpSpPr>
          <p:grpSpPr bwMode="auto">
            <a:xfrm>
              <a:off x="2160" y="1392"/>
              <a:ext cx="1200" cy="432"/>
              <a:chOff x="2160" y="1392"/>
              <a:chExt cx="1200" cy="432"/>
            </a:xfrm>
          </p:grpSpPr>
          <p:sp>
            <p:nvSpPr>
              <p:cNvPr id="48133" name="Rectangle 2053">
                <a:extLst>
                  <a:ext uri="{FF2B5EF4-FFF2-40B4-BE49-F238E27FC236}">
                    <a16:creationId xmlns:a16="http://schemas.microsoft.com/office/drawing/2014/main" id="{40AB4520-7BAD-4F2F-9BD2-31592F54C54B}"/>
                  </a:ext>
                </a:extLst>
              </p:cNvPr>
              <p:cNvSpPr>
                <a:spLocks noChangeArrowheads="1"/>
              </p:cNvSpPr>
              <p:nvPr/>
            </p:nvSpPr>
            <p:spPr bwMode="auto">
              <a:xfrm>
                <a:off x="2160" y="1392"/>
                <a:ext cx="1200"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34" name="Rectangle 2054">
                <a:extLst>
                  <a:ext uri="{FF2B5EF4-FFF2-40B4-BE49-F238E27FC236}">
                    <a16:creationId xmlns:a16="http://schemas.microsoft.com/office/drawing/2014/main" id="{0042C9F5-D49A-4830-8108-BEE0C0F37F8F}"/>
                  </a:ext>
                </a:extLst>
              </p:cNvPr>
              <p:cNvSpPr>
                <a:spLocks noChangeArrowheads="1"/>
              </p:cNvSpPr>
              <p:nvPr/>
            </p:nvSpPr>
            <p:spPr bwMode="auto">
              <a:xfrm>
                <a:off x="2208"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12</a:t>
                </a:r>
              </a:p>
            </p:txBody>
          </p:sp>
          <p:sp>
            <p:nvSpPr>
              <p:cNvPr id="48135" name="Rectangle 2055">
                <a:extLst>
                  <a:ext uri="{FF2B5EF4-FFF2-40B4-BE49-F238E27FC236}">
                    <a16:creationId xmlns:a16="http://schemas.microsoft.com/office/drawing/2014/main" id="{A07D492D-F026-428C-8B7D-8EEBF618D7C9}"/>
                  </a:ext>
                </a:extLst>
              </p:cNvPr>
              <p:cNvSpPr>
                <a:spLocks noChangeArrowheads="1"/>
              </p:cNvSpPr>
              <p:nvPr/>
            </p:nvSpPr>
            <p:spPr bwMode="auto">
              <a:xfrm>
                <a:off x="2592"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29</a:t>
                </a:r>
              </a:p>
            </p:txBody>
          </p:sp>
          <p:sp>
            <p:nvSpPr>
              <p:cNvPr id="48136" name="Rectangle 2056">
                <a:extLst>
                  <a:ext uri="{FF2B5EF4-FFF2-40B4-BE49-F238E27FC236}">
                    <a16:creationId xmlns:a16="http://schemas.microsoft.com/office/drawing/2014/main" id="{20D46C6B-2679-4899-8170-0994091A5C84}"/>
                  </a:ext>
                </a:extLst>
              </p:cNvPr>
              <p:cNvSpPr>
                <a:spLocks noChangeArrowheads="1"/>
              </p:cNvSpPr>
              <p:nvPr/>
            </p:nvSpPr>
            <p:spPr bwMode="auto">
              <a:xfrm>
                <a:off x="2976"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52</a:t>
                </a:r>
              </a:p>
            </p:txBody>
          </p:sp>
        </p:grpSp>
        <p:grpSp>
          <p:nvGrpSpPr>
            <p:cNvPr id="48159" name="Group 2079">
              <a:extLst>
                <a:ext uri="{FF2B5EF4-FFF2-40B4-BE49-F238E27FC236}">
                  <a16:creationId xmlns:a16="http://schemas.microsoft.com/office/drawing/2014/main" id="{9B3A0356-BEBA-41B6-998E-7DD11EFC8E61}"/>
                </a:ext>
              </a:extLst>
            </p:cNvPr>
            <p:cNvGrpSpPr>
              <a:grpSpLocks/>
            </p:cNvGrpSpPr>
            <p:nvPr/>
          </p:nvGrpSpPr>
          <p:grpSpPr bwMode="auto">
            <a:xfrm>
              <a:off x="1008" y="2304"/>
              <a:ext cx="816" cy="432"/>
              <a:chOff x="1008" y="2304"/>
              <a:chExt cx="816" cy="432"/>
            </a:xfrm>
          </p:grpSpPr>
          <p:sp>
            <p:nvSpPr>
              <p:cNvPr id="48138" name="Rectangle 2058">
                <a:extLst>
                  <a:ext uri="{FF2B5EF4-FFF2-40B4-BE49-F238E27FC236}">
                    <a16:creationId xmlns:a16="http://schemas.microsoft.com/office/drawing/2014/main" id="{A1D1A55E-0CC7-4E69-ACE5-10897CBB20C2}"/>
                  </a:ext>
                </a:extLst>
              </p:cNvPr>
              <p:cNvSpPr>
                <a:spLocks noChangeArrowheads="1"/>
              </p:cNvSpPr>
              <p:nvPr/>
            </p:nvSpPr>
            <p:spPr bwMode="auto">
              <a:xfrm>
                <a:off x="1008"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40" name="Rectangle 2060">
                <a:extLst>
                  <a:ext uri="{FF2B5EF4-FFF2-40B4-BE49-F238E27FC236}">
                    <a16:creationId xmlns:a16="http://schemas.microsoft.com/office/drawing/2014/main" id="{E8948DBD-0746-47AC-B7D2-CAB23664289D}"/>
                  </a:ext>
                </a:extLst>
              </p:cNvPr>
              <p:cNvSpPr>
                <a:spLocks noChangeArrowheads="1"/>
              </p:cNvSpPr>
              <p:nvPr/>
            </p:nvSpPr>
            <p:spPr bwMode="auto">
              <a:xfrm>
                <a:off x="1056"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7</a:t>
                </a:r>
              </a:p>
            </p:txBody>
          </p:sp>
          <p:sp>
            <p:nvSpPr>
              <p:cNvPr id="48141" name="Rectangle 2061">
                <a:extLst>
                  <a:ext uri="{FF2B5EF4-FFF2-40B4-BE49-F238E27FC236}">
                    <a16:creationId xmlns:a16="http://schemas.microsoft.com/office/drawing/2014/main" id="{0190CFB3-4CEF-46B3-9935-8BA33F38D468}"/>
                  </a:ext>
                </a:extLst>
              </p:cNvPr>
              <p:cNvSpPr>
                <a:spLocks noChangeArrowheads="1"/>
              </p:cNvSpPr>
              <p:nvPr/>
            </p:nvSpPr>
            <p:spPr bwMode="auto">
              <a:xfrm>
                <a:off x="144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9</a:t>
                </a:r>
              </a:p>
            </p:txBody>
          </p:sp>
        </p:grpSp>
        <p:grpSp>
          <p:nvGrpSpPr>
            <p:cNvPr id="48142" name="Group 2062">
              <a:extLst>
                <a:ext uri="{FF2B5EF4-FFF2-40B4-BE49-F238E27FC236}">
                  <a16:creationId xmlns:a16="http://schemas.microsoft.com/office/drawing/2014/main" id="{05FCBB40-B603-4214-B428-D71EC941F14D}"/>
                </a:ext>
              </a:extLst>
            </p:cNvPr>
            <p:cNvGrpSpPr>
              <a:grpSpLocks/>
            </p:cNvGrpSpPr>
            <p:nvPr/>
          </p:nvGrpSpPr>
          <p:grpSpPr bwMode="auto">
            <a:xfrm>
              <a:off x="1920" y="2304"/>
              <a:ext cx="816" cy="432"/>
              <a:chOff x="2160" y="2304"/>
              <a:chExt cx="816" cy="432"/>
            </a:xfrm>
          </p:grpSpPr>
          <p:sp>
            <p:nvSpPr>
              <p:cNvPr id="48143" name="Rectangle 2063">
                <a:extLst>
                  <a:ext uri="{FF2B5EF4-FFF2-40B4-BE49-F238E27FC236}">
                    <a16:creationId xmlns:a16="http://schemas.microsoft.com/office/drawing/2014/main" id="{2AE38A32-7A0D-44BF-A260-99B21A023B8A}"/>
                  </a:ext>
                </a:extLst>
              </p:cNvPr>
              <p:cNvSpPr>
                <a:spLocks noChangeArrowheads="1"/>
              </p:cNvSpPr>
              <p:nvPr/>
            </p:nvSpPr>
            <p:spPr bwMode="auto">
              <a:xfrm>
                <a:off x="2160"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44" name="Rectangle 2064">
                <a:extLst>
                  <a:ext uri="{FF2B5EF4-FFF2-40B4-BE49-F238E27FC236}">
                    <a16:creationId xmlns:a16="http://schemas.microsoft.com/office/drawing/2014/main" id="{6CBA9266-82FF-49AC-AA61-B85DA41FB0F7}"/>
                  </a:ext>
                </a:extLst>
              </p:cNvPr>
              <p:cNvSpPr>
                <a:spLocks noChangeArrowheads="1"/>
              </p:cNvSpPr>
              <p:nvPr/>
            </p:nvSpPr>
            <p:spPr bwMode="auto">
              <a:xfrm>
                <a:off x="220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15</a:t>
                </a:r>
              </a:p>
            </p:txBody>
          </p:sp>
          <p:sp>
            <p:nvSpPr>
              <p:cNvPr id="48145" name="Rectangle 2065">
                <a:extLst>
                  <a:ext uri="{FF2B5EF4-FFF2-40B4-BE49-F238E27FC236}">
                    <a16:creationId xmlns:a16="http://schemas.microsoft.com/office/drawing/2014/main" id="{8E8ED9D8-6E2C-4242-B595-AB8245F04315}"/>
                  </a:ext>
                </a:extLst>
              </p:cNvPr>
              <p:cNvSpPr>
                <a:spLocks noChangeArrowheads="1"/>
              </p:cNvSpPr>
              <p:nvPr/>
            </p:nvSpPr>
            <p:spPr bwMode="auto">
              <a:xfrm>
                <a:off x="2592"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22</a:t>
                </a:r>
              </a:p>
            </p:txBody>
          </p:sp>
        </p:grpSp>
        <p:grpSp>
          <p:nvGrpSpPr>
            <p:cNvPr id="48146" name="Group 2066">
              <a:extLst>
                <a:ext uri="{FF2B5EF4-FFF2-40B4-BE49-F238E27FC236}">
                  <a16:creationId xmlns:a16="http://schemas.microsoft.com/office/drawing/2014/main" id="{CCBF0694-78B2-40C7-8CD7-CE8353C56D5F}"/>
                </a:ext>
              </a:extLst>
            </p:cNvPr>
            <p:cNvGrpSpPr>
              <a:grpSpLocks/>
            </p:cNvGrpSpPr>
            <p:nvPr/>
          </p:nvGrpSpPr>
          <p:grpSpPr bwMode="auto">
            <a:xfrm>
              <a:off x="3744" y="2304"/>
              <a:ext cx="1200" cy="432"/>
              <a:chOff x="2160" y="1392"/>
              <a:chExt cx="1200" cy="432"/>
            </a:xfrm>
          </p:grpSpPr>
          <p:sp>
            <p:nvSpPr>
              <p:cNvPr id="48147" name="Rectangle 2067">
                <a:extLst>
                  <a:ext uri="{FF2B5EF4-FFF2-40B4-BE49-F238E27FC236}">
                    <a16:creationId xmlns:a16="http://schemas.microsoft.com/office/drawing/2014/main" id="{80045DC2-0E22-4018-92BA-0702EB13F461}"/>
                  </a:ext>
                </a:extLst>
              </p:cNvPr>
              <p:cNvSpPr>
                <a:spLocks noChangeArrowheads="1"/>
              </p:cNvSpPr>
              <p:nvPr/>
            </p:nvSpPr>
            <p:spPr bwMode="auto">
              <a:xfrm>
                <a:off x="2160" y="1392"/>
                <a:ext cx="1200"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48" name="Rectangle 2068">
                <a:extLst>
                  <a:ext uri="{FF2B5EF4-FFF2-40B4-BE49-F238E27FC236}">
                    <a16:creationId xmlns:a16="http://schemas.microsoft.com/office/drawing/2014/main" id="{584A29DD-E930-4CE3-9D8A-47A5B9A595FA}"/>
                  </a:ext>
                </a:extLst>
              </p:cNvPr>
              <p:cNvSpPr>
                <a:spLocks noChangeArrowheads="1"/>
              </p:cNvSpPr>
              <p:nvPr/>
            </p:nvSpPr>
            <p:spPr bwMode="auto">
              <a:xfrm>
                <a:off x="2208"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56</a:t>
                </a:r>
              </a:p>
            </p:txBody>
          </p:sp>
          <p:sp>
            <p:nvSpPr>
              <p:cNvPr id="48149" name="Rectangle 2069">
                <a:extLst>
                  <a:ext uri="{FF2B5EF4-FFF2-40B4-BE49-F238E27FC236}">
                    <a16:creationId xmlns:a16="http://schemas.microsoft.com/office/drawing/2014/main" id="{17E1BC34-B703-4A3E-9432-9ED8AD844C39}"/>
                  </a:ext>
                </a:extLst>
              </p:cNvPr>
              <p:cNvSpPr>
                <a:spLocks noChangeArrowheads="1"/>
              </p:cNvSpPr>
              <p:nvPr/>
            </p:nvSpPr>
            <p:spPr bwMode="auto">
              <a:xfrm>
                <a:off x="2592"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69</a:t>
                </a:r>
              </a:p>
            </p:txBody>
          </p:sp>
          <p:sp>
            <p:nvSpPr>
              <p:cNvPr id="48150" name="Rectangle 2070">
                <a:extLst>
                  <a:ext uri="{FF2B5EF4-FFF2-40B4-BE49-F238E27FC236}">
                    <a16:creationId xmlns:a16="http://schemas.microsoft.com/office/drawing/2014/main" id="{238FEB43-E213-4869-A355-54040645B30D}"/>
                  </a:ext>
                </a:extLst>
              </p:cNvPr>
              <p:cNvSpPr>
                <a:spLocks noChangeArrowheads="1"/>
              </p:cNvSpPr>
              <p:nvPr/>
            </p:nvSpPr>
            <p:spPr bwMode="auto">
              <a:xfrm>
                <a:off x="2976"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72</a:t>
                </a:r>
              </a:p>
            </p:txBody>
          </p:sp>
        </p:grpSp>
        <p:sp>
          <p:nvSpPr>
            <p:cNvPr id="48151" name="Line 2071">
              <a:extLst>
                <a:ext uri="{FF2B5EF4-FFF2-40B4-BE49-F238E27FC236}">
                  <a16:creationId xmlns:a16="http://schemas.microsoft.com/office/drawing/2014/main" id="{0E074FC5-A381-425E-B739-A5C72CC47A4D}"/>
                </a:ext>
              </a:extLst>
            </p:cNvPr>
            <p:cNvSpPr>
              <a:spLocks noChangeShapeType="1"/>
            </p:cNvSpPr>
            <p:nvPr/>
          </p:nvSpPr>
          <p:spPr bwMode="auto">
            <a:xfrm flipH="1">
              <a:off x="1824" y="1824"/>
              <a:ext cx="33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52" name="Line 2072">
              <a:extLst>
                <a:ext uri="{FF2B5EF4-FFF2-40B4-BE49-F238E27FC236}">
                  <a16:creationId xmlns:a16="http://schemas.microsoft.com/office/drawing/2014/main" id="{4C2B5E82-ED50-4829-B48C-5FBA555A514C}"/>
                </a:ext>
              </a:extLst>
            </p:cNvPr>
            <p:cNvSpPr>
              <a:spLocks noChangeShapeType="1"/>
            </p:cNvSpPr>
            <p:nvPr/>
          </p:nvSpPr>
          <p:spPr bwMode="auto">
            <a:xfrm flipH="1">
              <a:off x="2448" y="1824"/>
              <a:ext cx="9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53" name="Line 2073">
              <a:extLst>
                <a:ext uri="{FF2B5EF4-FFF2-40B4-BE49-F238E27FC236}">
                  <a16:creationId xmlns:a16="http://schemas.microsoft.com/office/drawing/2014/main" id="{0AA80680-4548-4140-8AE8-3380DB164D32}"/>
                </a:ext>
              </a:extLst>
            </p:cNvPr>
            <p:cNvSpPr>
              <a:spLocks noChangeShapeType="1"/>
            </p:cNvSpPr>
            <p:nvPr/>
          </p:nvSpPr>
          <p:spPr bwMode="auto">
            <a:xfrm>
              <a:off x="3360" y="1824"/>
              <a:ext cx="38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54" name="Line 2074">
              <a:extLst>
                <a:ext uri="{FF2B5EF4-FFF2-40B4-BE49-F238E27FC236}">
                  <a16:creationId xmlns:a16="http://schemas.microsoft.com/office/drawing/2014/main" id="{36156B4C-23E8-4BA2-B889-7CA8C40115A0}"/>
                </a:ext>
              </a:extLst>
            </p:cNvPr>
            <p:cNvSpPr>
              <a:spLocks noChangeShapeType="1"/>
            </p:cNvSpPr>
            <p:nvPr/>
          </p:nvSpPr>
          <p:spPr bwMode="auto">
            <a:xfrm>
              <a:off x="2976" y="1824"/>
              <a:ext cx="14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48155" name="Group 2075">
              <a:extLst>
                <a:ext uri="{FF2B5EF4-FFF2-40B4-BE49-F238E27FC236}">
                  <a16:creationId xmlns:a16="http://schemas.microsoft.com/office/drawing/2014/main" id="{23E80A88-566F-4DC0-AE09-CC8D9A059963}"/>
                </a:ext>
              </a:extLst>
            </p:cNvPr>
            <p:cNvGrpSpPr>
              <a:grpSpLocks/>
            </p:cNvGrpSpPr>
            <p:nvPr/>
          </p:nvGrpSpPr>
          <p:grpSpPr bwMode="auto">
            <a:xfrm>
              <a:off x="2832" y="2304"/>
              <a:ext cx="816" cy="432"/>
              <a:chOff x="2160" y="2304"/>
              <a:chExt cx="816" cy="432"/>
            </a:xfrm>
          </p:grpSpPr>
          <p:sp>
            <p:nvSpPr>
              <p:cNvPr id="48156" name="Rectangle 2076">
                <a:extLst>
                  <a:ext uri="{FF2B5EF4-FFF2-40B4-BE49-F238E27FC236}">
                    <a16:creationId xmlns:a16="http://schemas.microsoft.com/office/drawing/2014/main" id="{98CFD2C4-4A1A-4E77-BD45-293309E324D1}"/>
                  </a:ext>
                </a:extLst>
              </p:cNvPr>
              <p:cNvSpPr>
                <a:spLocks noChangeArrowheads="1"/>
              </p:cNvSpPr>
              <p:nvPr/>
            </p:nvSpPr>
            <p:spPr bwMode="auto">
              <a:xfrm>
                <a:off x="2160"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57" name="Rectangle 2077">
                <a:extLst>
                  <a:ext uri="{FF2B5EF4-FFF2-40B4-BE49-F238E27FC236}">
                    <a16:creationId xmlns:a16="http://schemas.microsoft.com/office/drawing/2014/main" id="{23870D81-445C-4012-8691-64FB4F678F79}"/>
                  </a:ext>
                </a:extLst>
              </p:cNvPr>
              <p:cNvSpPr>
                <a:spLocks noChangeArrowheads="1"/>
              </p:cNvSpPr>
              <p:nvPr/>
            </p:nvSpPr>
            <p:spPr bwMode="auto">
              <a:xfrm>
                <a:off x="220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31</a:t>
                </a:r>
              </a:p>
            </p:txBody>
          </p:sp>
          <p:sp>
            <p:nvSpPr>
              <p:cNvPr id="48158" name="Rectangle 2078">
                <a:extLst>
                  <a:ext uri="{FF2B5EF4-FFF2-40B4-BE49-F238E27FC236}">
                    <a16:creationId xmlns:a16="http://schemas.microsoft.com/office/drawing/2014/main" id="{8B793288-B92C-49AA-AD53-6D14278F50CD}"/>
                  </a:ext>
                </a:extLst>
              </p:cNvPr>
              <p:cNvSpPr>
                <a:spLocks noChangeArrowheads="1"/>
              </p:cNvSpPr>
              <p:nvPr/>
            </p:nvSpPr>
            <p:spPr bwMode="auto">
              <a:xfrm>
                <a:off x="2592"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43</a:t>
                </a:r>
              </a:p>
            </p:txBody>
          </p:sp>
        </p:grpSp>
      </p:grpSp>
      <p:sp>
        <p:nvSpPr>
          <p:cNvPr id="48161" name="Text Box 2081">
            <a:extLst>
              <a:ext uri="{FF2B5EF4-FFF2-40B4-BE49-F238E27FC236}">
                <a16:creationId xmlns:a16="http://schemas.microsoft.com/office/drawing/2014/main" id="{FF477E79-3BAE-4C79-A69D-823E020C861D}"/>
              </a:ext>
            </a:extLst>
          </p:cNvPr>
          <p:cNvSpPr txBox="1">
            <a:spLocks noChangeArrowheads="1"/>
          </p:cNvSpPr>
          <p:nvPr/>
        </p:nvSpPr>
        <p:spPr bwMode="auto">
          <a:xfrm>
            <a:off x="7636273" y="2299771"/>
            <a:ext cx="1086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a:t>Delete 52</a:t>
            </a:r>
            <a:endParaRPr lang="en-GB" altLang="en-US" sz="2800" i="1">
              <a:effectLst>
                <a:outerShdw blurRad="38100" dist="38100" dir="2700000" algn="tl">
                  <a:srgbClr val="C0C0C0"/>
                </a:outerShdw>
              </a:effectLst>
            </a:endParaRPr>
          </a:p>
        </p:txBody>
      </p:sp>
      <p:sp>
        <p:nvSpPr>
          <p:cNvPr id="48162" name="Line 2082">
            <a:extLst>
              <a:ext uri="{FF2B5EF4-FFF2-40B4-BE49-F238E27FC236}">
                <a16:creationId xmlns:a16="http://schemas.microsoft.com/office/drawing/2014/main" id="{263D18EB-DF5F-4A9A-9834-1A4F0A9C64A7}"/>
              </a:ext>
            </a:extLst>
          </p:cNvPr>
          <p:cNvSpPr>
            <a:spLocks noChangeShapeType="1"/>
          </p:cNvSpPr>
          <p:nvPr/>
        </p:nvSpPr>
        <p:spPr bwMode="auto">
          <a:xfrm flipH="1">
            <a:off x="6934200" y="2514600"/>
            <a:ext cx="609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63" name="Line 2083">
            <a:extLst>
              <a:ext uri="{FF2B5EF4-FFF2-40B4-BE49-F238E27FC236}">
                <a16:creationId xmlns:a16="http://schemas.microsoft.com/office/drawing/2014/main" id="{FA99EFB3-7FA6-43AF-BBA6-4A39454F0112}"/>
              </a:ext>
            </a:extLst>
          </p:cNvPr>
          <p:cNvSpPr>
            <a:spLocks noChangeShapeType="1"/>
          </p:cNvSpPr>
          <p:nvPr/>
        </p:nvSpPr>
        <p:spPr bwMode="auto">
          <a:xfrm flipV="1">
            <a:off x="7848600" y="4419600"/>
            <a:ext cx="0" cy="533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65" name="Text Box 2085">
            <a:extLst>
              <a:ext uri="{FF2B5EF4-FFF2-40B4-BE49-F238E27FC236}">
                <a16:creationId xmlns:a16="http://schemas.microsoft.com/office/drawing/2014/main" id="{B65E4D01-7834-410F-8C2E-652A94072C28}"/>
              </a:ext>
            </a:extLst>
          </p:cNvPr>
          <p:cNvSpPr txBox="1">
            <a:spLocks noChangeArrowheads="1"/>
          </p:cNvSpPr>
          <p:nvPr/>
        </p:nvSpPr>
        <p:spPr bwMode="auto">
          <a:xfrm>
            <a:off x="6983680" y="4904473"/>
            <a:ext cx="25712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a:t>Borrow the predecessor</a:t>
            </a:r>
          </a:p>
          <a:p>
            <a:pPr algn="ctr"/>
            <a:r>
              <a:rPr lang="en-GB" altLang="en-US"/>
              <a:t>or (in this case) successor</a:t>
            </a:r>
            <a:endParaRPr lang="en-GB" altLang="en-US" sz="2800" i="1">
              <a:effectLst>
                <a:outerShdw blurRad="38100" dist="38100" dir="2700000" algn="tl">
                  <a:srgbClr val="C0C0C0"/>
                </a:outerShdw>
              </a:effectLst>
            </a:endParaRPr>
          </a:p>
        </p:txBody>
      </p:sp>
      <p:grpSp>
        <p:nvGrpSpPr>
          <p:cNvPr id="48170" name="Group 2090">
            <a:extLst>
              <a:ext uri="{FF2B5EF4-FFF2-40B4-BE49-F238E27FC236}">
                <a16:creationId xmlns:a16="http://schemas.microsoft.com/office/drawing/2014/main" id="{850B097C-F806-44F6-9288-2F66ACC6D551}"/>
              </a:ext>
            </a:extLst>
          </p:cNvPr>
          <p:cNvGrpSpPr>
            <a:grpSpLocks/>
          </p:cNvGrpSpPr>
          <p:nvPr/>
        </p:nvGrpSpPr>
        <p:grpSpPr bwMode="auto">
          <a:xfrm>
            <a:off x="6248400" y="2286000"/>
            <a:ext cx="838200" cy="1219200"/>
            <a:chOff x="2976" y="1440"/>
            <a:chExt cx="528" cy="768"/>
          </a:xfrm>
        </p:grpSpPr>
        <p:sp>
          <p:nvSpPr>
            <p:cNvPr id="48167" name="Line 2087">
              <a:extLst>
                <a:ext uri="{FF2B5EF4-FFF2-40B4-BE49-F238E27FC236}">
                  <a16:creationId xmlns:a16="http://schemas.microsoft.com/office/drawing/2014/main" id="{BDBC76DA-2170-42FD-9155-2D67C319BFB3}"/>
                </a:ext>
              </a:extLst>
            </p:cNvPr>
            <p:cNvSpPr>
              <a:spLocks noChangeShapeType="1"/>
            </p:cNvSpPr>
            <p:nvPr/>
          </p:nvSpPr>
          <p:spPr bwMode="auto">
            <a:xfrm>
              <a:off x="3168" y="1776"/>
              <a:ext cx="336" cy="432"/>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69" name="Rectangle 2089">
              <a:extLst>
                <a:ext uri="{FF2B5EF4-FFF2-40B4-BE49-F238E27FC236}">
                  <a16:creationId xmlns:a16="http://schemas.microsoft.com/office/drawing/2014/main" id="{8A949E1D-B0AB-41B8-883E-5087B9B83272}"/>
                </a:ext>
              </a:extLst>
            </p:cNvPr>
            <p:cNvSpPr>
              <a:spLocks noChangeArrowheads="1"/>
            </p:cNvSpPr>
            <p:nvPr/>
          </p:nvSpPr>
          <p:spPr bwMode="auto">
            <a:xfrm>
              <a:off x="2976" y="1440"/>
              <a:ext cx="336" cy="33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48172" name="Group 2092">
            <a:extLst>
              <a:ext uri="{FF2B5EF4-FFF2-40B4-BE49-F238E27FC236}">
                <a16:creationId xmlns:a16="http://schemas.microsoft.com/office/drawing/2014/main" id="{A9BCD2DE-4019-437A-8449-5F3D8C572D84}"/>
              </a:ext>
            </a:extLst>
          </p:cNvPr>
          <p:cNvGrpSpPr>
            <a:grpSpLocks/>
          </p:cNvGrpSpPr>
          <p:nvPr/>
        </p:nvGrpSpPr>
        <p:grpSpPr bwMode="auto">
          <a:xfrm>
            <a:off x="6934200" y="2743200"/>
            <a:ext cx="1143000" cy="1524000"/>
            <a:chOff x="3408" y="1728"/>
            <a:chExt cx="720" cy="960"/>
          </a:xfrm>
        </p:grpSpPr>
        <p:sp>
          <p:nvSpPr>
            <p:cNvPr id="48166" name="Line 2086">
              <a:extLst>
                <a:ext uri="{FF2B5EF4-FFF2-40B4-BE49-F238E27FC236}">
                  <a16:creationId xmlns:a16="http://schemas.microsoft.com/office/drawing/2014/main" id="{BDD98DAF-901B-425F-942C-4DA2D96256BA}"/>
                </a:ext>
              </a:extLst>
            </p:cNvPr>
            <p:cNvSpPr>
              <a:spLocks noChangeShapeType="1"/>
            </p:cNvSpPr>
            <p:nvPr/>
          </p:nvSpPr>
          <p:spPr bwMode="auto">
            <a:xfrm flipH="1" flipV="1">
              <a:off x="3408" y="1728"/>
              <a:ext cx="528" cy="624"/>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71" name="Rectangle 2091">
              <a:extLst>
                <a:ext uri="{FF2B5EF4-FFF2-40B4-BE49-F238E27FC236}">
                  <a16:creationId xmlns:a16="http://schemas.microsoft.com/office/drawing/2014/main" id="{9CCFA76C-FFE2-4E83-849C-9C1A85E4D62F}"/>
                </a:ext>
              </a:extLst>
            </p:cNvPr>
            <p:cNvSpPr>
              <a:spLocks noChangeArrowheads="1"/>
            </p:cNvSpPr>
            <p:nvPr/>
          </p:nvSpPr>
          <p:spPr bwMode="auto">
            <a:xfrm>
              <a:off x="3792" y="2352"/>
              <a:ext cx="336" cy="33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48173" name="Rectangle 2093">
            <a:extLst>
              <a:ext uri="{FF2B5EF4-FFF2-40B4-BE49-F238E27FC236}">
                <a16:creationId xmlns:a16="http://schemas.microsoft.com/office/drawing/2014/main" id="{EC5407C4-C838-46EC-B21B-46763112F484}"/>
              </a:ext>
            </a:extLst>
          </p:cNvPr>
          <p:cNvSpPr>
            <a:spLocks noChangeArrowheads="1"/>
          </p:cNvSpPr>
          <p:nvPr/>
        </p:nvSpPr>
        <p:spPr bwMode="auto">
          <a:xfrm>
            <a:off x="6248400" y="2286000"/>
            <a:ext cx="533400" cy="5334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56</a:t>
            </a:r>
          </a:p>
        </p:txBody>
      </p:sp>
      <p:sp>
        <p:nvSpPr>
          <p:cNvPr id="48175" name="Rectangle 2095">
            <a:extLst>
              <a:ext uri="{FF2B5EF4-FFF2-40B4-BE49-F238E27FC236}">
                <a16:creationId xmlns:a16="http://schemas.microsoft.com/office/drawing/2014/main" id="{BCD67E31-9BB0-4A22-8D6B-52EF17D1C8E5}"/>
              </a:ext>
            </a:extLst>
          </p:cNvPr>
          <p:cNvSpPr>
            <a:spLocks noChangeArrowheads="1"/>
          </p:cNvSpPr>
          <p:nvPr/>
        </p:nvSpPr>
        <p:spPr bwMode="auto">
          <a:xfrm>
            <a:off x="6934200" y="2286000"/>
            <a:ext cx="1828800" cy="381000"/>
          </a:xfrm>
          <a:prstGeom prst="rect">
            <a:avLst/>
          </a:prstGeom>
          <a:solidFill>
            <a:schemeClr val="bg1"/>
          </a:soli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76" name="Rectangle 2096">
            <a:extLst>
              <a:ext uri="{FF2B5EF4-FFF2-40B4-BE49-F238E27FC236}">
                <a16:creationId xmlns:a16="http://schemas.microsoft.com/office/drawing/2014/main" id="{7A1BE9BA-73B4-4F71-AEB3-A0CC32D739CA}"/>
              </a:ext>
            </a:extLst>
          </p:cNvPr>
          <p:cNvSpPr>
            <a:spLocks noChangeArrowheads="1"/>
          </p:cNvSpPr>
          <p:nvPr/>
        </p:nvSpPr>
        <p:spPr bwMode="auto">
          <a:xfrm>
            <a:off x="6705600" y="4419600"/>
            <a:ext cx="3124200" cy="1295400"/>
          </a:xfrm>
          <a:prstGeom prst="rect">
            <a:avLst/>
          </a:prstGeom>
          <a:solidFill>
            <a:schemeClr val="bg1"/>
          </a:soli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177" name="Text Box 2097">
            <a:extLst>
              <a:ext uri="{FF2B5EF4-FFF2-40B4-BE49-F238E27FC236}">
                <a16:creationId xmlns:a16="http://schemas.microsoft.com/office/drawing/2014/main" id="{7BF4CC23-1602-411A-AB28-A5EEAE6A8152}"/>
              </a:ext>
            </a:extLst>
          </p:cNvPr>
          <p:cNvSpPr txBox="1">
            <a:spLocks noChangeArrowheads="1"/>
          </p:cNvSpPr>
          <p:nvPr/>
        </p:nvSpPr>
        <p:spPr bwMode="auto">
          <a:xfrm>
            <a:off x="6894708" y="5864326"/>
            <a:ext cx="31571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sz="1400" i="1"/>
              <a:t>Note when printed: this slide is animated</a:t>
            </a:r>
            <a:endParaRPr lang="en-GB" altLang="en-US" sz="2800" i="1">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81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817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817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817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8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73"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ooter Placeholder 44">
            <a:extLst>
              <a:ext uri="{FF2B5EF4-FFF2-40B4-BE49-F238E27FC236}">
                <a16:creationId xmlns:a16="http://schemas.microsoft.com/office/drawing/2014/main" id="{2EF62662-D0DA-4746-B051-1049F458A953}"/>
              </a:ext>
            </a:extLst>
          </p:cNvPr>
          <p:cNvSpPr>
            <a:spLocks noGrp="1"/>
          </p:cNvSpPr>
          <p:nvPr>
            <p:ph type="ftr" sz="quarter" idx="10"/>
          </p:nvPr>
        </p:nvSpPr>
        <p:spPr/>
        <p:txBody>
          <a:bodyPr/>
          <a:lstStyle/>
          <a:p>
            <a:r>
              <a:rPr lang="en-US" altLang="en-US"/>
              <a:t>B-Trees</a:t>
            </a:r>
          </a:p>
        </p:txBody>
      </p:sp>
      <p:sp>
        <p:nvSpPr>
          <p:cNvPr id="46" name="Slide Number Placeholder 45">
            <a:extLst>
              <a:ext uri="{FF2B5EF4-FFF2-40B4-BE49-F238E27FC236}">
                <a16:creationId xmlns:a16="http://schemas.microsoft.com/office/drawing/2014/main" id="{73725896-8EEE-445B-A3CA-33DA35348B72}"/>
              </a:ext>
            </a:extLst>
          </p:cNvPr>
          <p:cNvSpPr>
            <a:spLocks noGrp="1"/>
          </p:cNvSpPr>
          <p:nvPr>
            <p:ph type="sldNum" sz="quarter" idx="11"/>
          </p:nvPr>
        </p:nvSpPr>
        <p:spPr/>
        <p:txBody>
          <a:bodyPr/>
          <a:lstStyle/>
          <a:p>
            <a:fld id="{87A347B2-6D56-4227-AD1A-312D482E5C1B}" type="slidenum">
              <a:rPr lang="en-US" altLang="en-US"/>
              <a:pPr/>
              <a:t>39</a:t>
            </a:fld>
            <a:endParaRPr lang="en-US" altLang="en-US"/>
          </a:p>
        </p:txBody>
      </p:sp>
      <p:sp>
        <p:nvSpPr>
          <p:cNvPr id="49154" name="Rectangle 1026">
            <a:extLst>
              <a:ext uri="{FF2B5EF4-FFF2-40B4-BE49-F238E27FC236}">
                <a16:creationId xmlns:a16="http://schemas.microsoft.com/office/drawing/2014/main" id="{CE5095F8-BE23-42A3-91AF-DDCFABAD0A37}"/>
              </a:ext>
            </a:extLst>
          </p:cNvPr>
          <p:cNvSpPr>
            <a:spLocks noGrp="1" noChangeArrowheads="1"/>
          </p:cNvSpPr>
          <p:nvPr>
            <p:ph type="title"/>
          </p:nvPr>
        </p:nvSpPr>
        <p:spPr>
          <a:ln/>
        </p:spPr>
        <p:txBody>
          <a:bodyPr/>
          <a:lstStyle/>
          <a:p>
            <a:r>
              <a:rPr lang="en-GB" altLang="en-US"/>
              <a:t>Type #4: Too few keys in node and its siblings</a:t>
            </a:r>
          </a:p>
        </p:txBody>
      </p:sp>
      <p:grpSp>
        <p:nvGrpSpPr>
          <p:cNvPr id="49183" name="Group 1055">
            <a:extLst>
              <a:ext uri="{FF2B5EF4-FFF2-40B4-BE49-F238E27FC236}">
                <a16:creationId xmlns:a16="http://schemas.microsoft.com/office/drawing/2014/main" id="{E7BBBB9A-379D-4C92-8121-1B987782FA46}"/>
              </a:ext>
            </a:extLst>
          </p:cNvPr>
          <p:cNvGrpSpPr>
            <a:grpSpLocks/>
          </p:cNvGrpSpPr>
          <p:nvPr/>
        </p:nvGrpSpPr>
        <p:grpSpPr bwMode="auto">
          <a:xfrm>
            <a:off x="3124200" y="2209800"/>
            <a:ext cx="5638800" cy="2133600"/>
            <a:chOff x="1008" y="1392"/>
            <a:chExt cx="3552" cy="1344"/>
          </a:xfrm>
        </p:grpSpPr>
        <p:grpSp>
          <p:nvGrpSpPr>
            <p:cNvPr id="49156" name="Group 1028">
              <a:extLst>
                <a:ext uri="{FF2B5EF4-FFF2-40B4-BE49-F238E27FC236}">
                  <a16:creationId xmlns:a16="http://schemas.microsoft.com/office/drawing/2014/main" id="{B9B54B46-ACF4-4319-8857-044037C9333C}"/>
                </a:ext>
              </a:extLst>
            </p:cNvPr>
            <p:cNvGrpSpPr>
              <a:grpSpLocks/>
            </p:cNvGrpSpPr>
            <p:nvPr/>
          </p:nvGrpSpPr>
          <p:grpSpPr bwMode="auto">
            <a:xfrm>
              <a:off x="2160" y="1392"/>
              <a:ext cx="1200" cy="432"/>
              <a:chOff x="2160" y="1392"/>
              <a:chExt cx="1200" cy="432"/>
            </a:xfrm>
          </p:grpSpPr>
          <p:sp>
            <p:nvSpPr>
              <p:cNvPr id="49157" name="Rectangle 1029">
                <a:extLst>
                  <a:ext uri="{FF2B5EF4-FFF2-40B4-BE49-F238E27FC236}">
                    <a16:creationId xmlns:a16="http://schemas.microsoft.com/office/drawing/2014/main" id="{C0650F3F-B251-471A-8300-F909DEE92E0F}"/>
                  </a:ext>
                </a:extLst>
              </p:cNvPr>
              <p:cNvSpPr>
                <a:spLocks noChangeArrowheads="1"/>
              </p:cNvSpPr>
              <p:nvPr/>
            </p:nvSpPr>
            <p:spPr bwMode="auto">
              <a:xfrm>
                <a:off x="2160" y="1392"/>
                <a:ext cx="1200"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9158" name="Rectangle 1030">
                <a:extLst>
                  <a:ext uri="{FF2B5EF4-FFF2-40B4-BE49-F238E27FC236}">
                    <a16:creationId xmlns:a16="http://schemas.microsoft.com/office/drawing/2014/main" id="{BE9A1EA1-2DD3-4375-9FB2-5378F1F60592}"/>
                  </a:ext>
                </a:extLst>
              </p:cNvPr>
              <p:cNvSpPr>
                <a:spLocks noChangeArrowheads="1"/>
              </p:cNvSpPr>
              <p:nvPr/>
            </p:nvSpPr>
            <p:spPr bwMode="auto">
              <a:xfrm>
                <a:off x="2208"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12</a:t>
                </a:r>
              </a:p>
            </p:txBody>
          </p:sp>
          <p:sp>
            <p:nvSpPr>
              <p:cNvPr id="49159" name="Rectangle 1031">
                <a:extLst>
                  <a:ext uri="{FF2B5EF4-FFF2-40B4-BE49-F238E27FC236}">
                    <a16:creationId xmlns:a16="http://schemas.microsoft.com/office/drawing/2014/main" id="{0617FA9B-F022-4D44-A823-0667B45FFE78}"/>
                  </a:ext>
                </a:extLst>
              </p:cNvPr>
              <p:cNvSpPr>
                <a:spLocks noChangeArrowheads="1"/>
              </p:cNvSpPr>
              <p:nvPr/>
            </p:nvSpPr>
            <p:spPr bwMode="auto">
              <a:xfrm>
                <a:off x="2592"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29</a:t>
                </a:r>
              </a:p>
            </p:txBody>
          </p:sp>
          <p:sp>
            <p:nvSpPr>
              <p:cNvPr id="49160" name="Rectangle 1032">
                <a:extLst>
                  <a:ext uri="{FF2B5EF4-FFF2-40B4-BE49-F238E27FC236}">
                    <a16:creationId xmlns:a16="http://schemas.microsoft.com/office/drawing/2014/main" id="{0C0E1B34-9662-47BA-803B-E495E1A93268}"/>
                  </a:ext>
                </a:extLst>
              </p:cNvPr>
              <p:cNvSpPr>
                <a:spLocks noChangeArrowheads="1"/>
              </p:cNvSpPr>
              <p:nvPr/>
            </p:nvSpPr>
            <p:spPr bwMode="auto">
              <a:xfrm>
                <a:off x="2976"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56</a:t>
                </a:r>
              </a:p>
            </p:txBody>
          </p:sp>
        </p:grpSp>
        <p:grpSp>
          <p:nvGrpSpPr>
            <p:cNvPr id="49161" name="Group 1033">
              <a:extLst>
                <a:ext uri="{FF2B5EF4-FFF2-40B4-BE49-F238E27FC236}">
                  <a16:creationId xmlns:a16="http://schemas.microsoft.com/office/drawing/2014/main" id="{ECE27213-6EC8-4B8B-94F3-C46EA316E5D4}"/>
                </a:ext>
              </a:extLst>
            </p:cNvPr>
            <p:cNvGrpSpPr>
              <a:grpSpLocks/>
            </p:cNvGrpSpPr>
            <p:nvPr/>
          </p:nvGrpSpPr>
          <p:grpSpPr bwMode="auto">
            <a:xfrm>
              <a:off x="1008" y="2304"/>
              <a:ext cx="816" cy="432"/>
              <a:chOff x="1008" y="2304"/>
              <a:chExt cx="816" cy="432"/>
            </a:xfrm>
          </p:grpSpPr>
          <p:sp>
            <p:nvSpPr>
              <p:cNvPr id="49162" name="Rectangle 1034">
                <a:extLst>
                  <a:ext uri="{FF2B5EF4-FFF2-40B4-BE49-F238E27FC236}">
                    <a16:creationId xmlns:a16="http://schemas.microsoft.com/office/drawing/2014/main" id="{2234E82E-C833-49E7-8E16-E734FCEB0854}"/>
                  </a:ext>
                </a:extLst>
              </p:cNvPr>
              <p:cNvSpPr>
                <a:spLocks noChangeArrowheads="1"/>
              </p:cNvSpPr>
              <p:nvPr/>
            </p:nvSpPr>
            <p:spPr bwMode="auto">
              <a:xfrm>
                <a:off x="1008"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9163" name="Rectangle 1035">
                <a:extLst>
                  <a:ext uri="{FF2B5EF4-FFF2-40B4-BE49-F238E27FC236}">
                    <a16:creationId xmlns:a16="http://schemas.microsoft.com/office/drawing/2014/main" id="{19C35418-FD64-4ABA-AAD8-A80B0E6259C8}"/>
                  </a:ext>
                </a:extLst>
              </p:cNvPr>
              <p:cNvSpPr>
                <a:spLocks noChangeArrowheads="1"/>
              </p:cNvSpPr>
              <p:nvPr/>
            </p:nvSpPr>
            <p:spPr bwMode="auto">
              <a:xfrm>
                <a:off x="1056"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7</a:t>
                </a:r>
              </a:p>
            </p:txBody>
          </p:sp>
          <p:sp>
            <p:nvSpPr>
              <p:cNvPr id="49164" name="Rectangle 1036">
                <a:extLst>
                  <a:ext uri="{FF2B5EF4-FFF2-40B4-BE49-F238E27FC236}">
                    <a16:creationId xmlns:a16="http://schemas.microsoft.com/office/drawing/2014/main" id="{F2B76FD3-038A-4F45-8DBC-8586EA2BF610}"/>
                  </a:ext>
                </a:extLst>
              </p:cNvPr>
              <p:cNvSpPr>
                <a:spLocks noChangeArrowheads="1"/>
              </p:cNvSpPr>
              <p:nvPr/>
            </p:nvSpPr>
            <p:spPr bwMode="auto">
              <a:xfrm>
                <a:off x="144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9</a:t>
                </a:r>
              </a:p>
            </p:txBody>
          </p:sp>
        </p:grpSp>
        <p:grpSp>
          <p:nvGrpSpPr>
            <p:cNvPr id="49165" name="Group 1037">
              <a:extLst>
                <a:ext uri="{FF2B5EF4-FFF2-40B4-BE49-F238E27FC236}">
                  <a16:creationId xmlns:a16="http://schemas.microsoft.com/office/drawing/2014/main" id="{3B740E9F-B0FB-4E9F-8FA7-F646C96F29CA}"/>
                </a:ext>
              </a:extLst>
            </p:cNvPr>
            <p:cNvGrpSpPr>
              <a:grpSpLocks/>
            </p:cNvGrpSpPr>
            <p:nvPr/>
          </p:nvGrpSpPr>
          <p:grpSpPr bwMode="auto">
            <a:xfrm>
              <a:off x="1920" y="2304"/>
              <a:ext cx="816" cy="432"/>
              <a:chOff x="2160" y="2304"/>
              <a:chExt cx="816" cy="432"/>
            </a:xfrm>
          </p:grpSpPr>
          <p:sp>
            <p:nvSpPr>
              <p:cNvPr id="49166" name="Rectangle 1038">
                <a:extLst>
                  <a:ext uri="{FF2B5EF4-FFF2-40B4-BE49-F238E27FC236}">
                    <a16:creationId xmlns:a16="http://schemas.microsoft.com/office/drawing/2014/main" id="{2FA8233F-8A8D-4473-BFE4-9937957C1BA3}"/>
                  </a:ext>
                </a:extLst>
              </p:cNvPr>
              <p:cNvSpPr>
                <a:spLocks noChangeArrowheads="1"/>
              </p:cNvSpPr>
              <p:nvPr/>
            </p:nvSpPr>
            <p:spPr bwMode="auto">
              <a:xfrm>
                <a:off x="2160"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9167" name="Rectangle 1039">
                <a:extLst>
                  <a:ext uri="{FF2B5EF4-FFF2-40B4-BE49-F238E27FC236}">
                    <a16:creationId xmlns:a16="http://schemas.microsoft.com/office/drawing/2014/main" id="{68077B60-8DBE-4378-9FA1-D6BB5DD5B4CE}"/>
                  </a:ext>
                </a:extLst>
              </p:cNvPr>
              <p:cNvSpPr>
                <a:spLocks noChangeArrowheads="1"/>
              </p:cNvSpPr>
              <p:nvPr/>
            </p:nvSpPr>
            <p:spPr bwMode="auto">
              <a:xfrm>
                <a:off x="220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15</a:t>
                </a:r>
              </a:p>
            </p:txBody>
          </p:sp>
          <p:sp>
            <p:nvSpPr>
              <p:cNvPr id="49168" name="Rectangle 1040">
                <a:extLst>
                  <a:ext uri="{FF2B5EF4-FFF2-40B4-BE49-F238E27FC236}">
                    <a16:creationId xmlns:a16="http://schemas.microsoft.com/office/drawing/2014/main" id="{9AFBB8D9-08F5-404A-B775-CF8DE9BB1708}"/>
                  </a:ext>
                </a:extLst>
              </p:cNvPr>
              <p:cNvSpPr>
                <a:spLocks noChangeArrowheads="1"/>
              </p:cNvSpPr>
              <p:nvPr/>
            </p:nvSpPr>
            <p:spPr bwMode="auto">
              <a:xfrm>
                <a:off x="2592"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22</a:t>
                </a:r>
              </a:p>
            </p:txBody>
          </p:sp>
        </p:grpSp>
        <p:grpSp>
          <p:nvGrpSpPr>
            <p:cNvPr id="49182" name="Group 1054">
              <a:extLst>
                <a:ext uri="{FF2B5EF4-FFF2-40B4-BE49-F238E27FC236}">
                  <a16:creationId xmlns:a16="http://schemas.microsoft.com/office/drawing/2014/main" id="{8D9E3881-C5FE-4498-A032-C53E9AA4C4E6}"/>
                </a:ext>
              </a:extLst>
            </p:cNvPr>
            <p:cNvGrpSpPr>
              <a:grpSpLocks/>
            </p:cNvGrpSpPr>
            <p:nvPr/>
          </p:nvGrpSpPr>
          <p:grpSpPr bwMode="auto">
            <a:xfrm>
              <a:off x="3744" y="2304"/>
              <a:ext cx="816" cy="432"/>
              <a:chOff x="4128" y="2304"/>
              <a:chExt cx="816" cy="432"/>
            </a:xfrm>
          </p:grpSpPr>
          <p:sp>
            <p:nvSpPr>
              <p:cNvPr id="49170" name="Rectangle 1042">
                <a:extLst>
                  <a:ext uri="{FF2B5EF4-FFF2-40B4-BE49-F238E27FC236}">
                    <a16:creationId xmlns:a16="http://schemas.microsoft.com/office/drawing/2014/main" id="{61FD2B08-49E4-4662-AAEF-5B53316D5585}"/>
                  </a:ext>
                </a:extLst>
              </p:cNvPr>
              <p:cNvSpPr>
                <a:spLocks noChangeArrowheads="1"/>
              </p:cNvSpPr>
              <p:nvPr/>
            </p:nvSpPr>
            <p:spPr bwMode="auto">
              <a:xfrm>
                <a:off x="4128"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9172" name="Rectangle 1044">
                <a:extLst>
                  <a:ext uri="{FF2B5EF4-FFF2-40B4-BE49-F238E27FC236}">
                    <a16:creationId xmlns:a16="http://schemas.microsoft.com/office/drawing/2014/main" id="{929299AE-D065-4A80-BEA4-EE307A6CC0CD}"/>
                  </a:ext>
                </a:extLst>
              </p:cNvPr>
              <p:cNvSpPr>
                <a:spLocks noChangeArrowheads="1"/>
              </p:cNvSpPr>
              <p:nvPr/>
            </p:nvSpPr>
            <p:spPr bwMode="auto">
              <a:xfrm>
                <a:off x="4176"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69</a:t>
                </a:r>
              </a:p>
            </p:txBody>
          </p:sp>
          <p:sp>
            <p:nvSpPr>
              <p:cNvPr id="49173" name="Rectangle 1045">
                <a:extLst>
                  <a:ext uri="{FF2B5EF4-FFF2-40B4-BE49-F238E27FC236}">
                    <a16:creationId xmlns:a16="http://schemas.microsoft.com/office/drawing/2014/main" id="{79ADF022-B8E8-4AE8-80D0-89E4D3737032}"/>
                  </a:ext>
                </a:extLst>
              </p:cNvPr>
              <p:cNvSpPr>
                <a:spLocks noChangeArrowheads="1"/>
              </p:cNvSpPr>
              <p:nvPr/>
            </p:nvSpPr>
            <p:spPr bwMode="auto">
              <a:xfrm>
                <a:off x="456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72</a:t>
                </a:r>
              </a:p>
            </p:txBody>
          </p:sp>
        </p:grpSp>
        <p:sp>
          <p:nvSpPr>
            <p:cNvPr id="49174" name="Line 1046">
              <a:extLst>
                <a:ext uri="{FF2B5EF4-FFF2-40B4-BE49-F238E27FC236}">
                  <a16:creationId xmlns:a16="http://schemas.microsoft.com/office/drawing/2014/main" id="{59A695CE-58C6-424D-816D-F5A90CFEC10B}"/>
                </a:ext>
              </a:extLst>
            </p:cNvPr>
            <p:cNvSpPr>
              <a:spLocks noChangeShapeType="1"/>
            </p:cNvSpPr>
            <p:nvPr/>
          </p:nvSpPr>
          <p:spPr bwMode="auto">
            <a:xfrm flipH="1">
              <a:off x="1824" y="1824"/>
              <a:ext cx="33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9175" name="Line 1047">
              <a:extLst>
                <a:ext uri="{FF2B5EF4-FFF2-40B4-BE49-F238E27FC236}">
                  <a16:creationId xmlns:a16="http://schemas.microsoft.com/office/drawing/2014/main" id="{83D26538-00D1-473C-A14D-6828CF09FA94}"/>
                </a:ext>
              </a:extLst>
            </p:cNvPr>
            <p:cNvSpPr>
              <a:spLocks noChangeShapeType="1"/>
            </p:cNvSpPr>
            <p:nvPr/>
          </p:nvSpPr>
          <p:spPr bwMode="auto">
            <a:xfrm flipH="1">
              <a:off x="2448" y="1824"/>
              <a:ext cx="9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9176" name="Line 1048">
              <a:extLst>
                <a:ext uri="{FF2B5EF4-FFF2-40B4-BE49-F238E27FC236}">
                  <a16:creationId xmlns:a16="http://schemas.microsoft.com/office/drawing/2014/main" id="{71E3BE61-1371-44CB-AC6E-66A1504114AD}"/>
                </a:ext>
              </a:extLst>
            </p:cNvPr>
            <p:cNvSpPr>
              <a:spLocks noChangeShapeType="1"/>
            </p:cNvSpPr>
            <p:nvPr/>
          </p:nvSpPr>
          <p:spPr bwMode="auto">
            <a:xfrm>
              <a:off x="3360" y="1824"/>
              <a:ext cx="38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9177" name="Line 1049">
              <a:extLst>
                <a:ext uri="{FF2B5EF4-FFF2-40B4-BE49-F238E27FC236}">
                  <a16:creationId xmlns:a16="http://schemas.microsoft.com/office/drawing/2014/main" id="{FEC8E06D-1AD3-49B4-BD5D-A7DFADD3342F}"/>
                </a:ext>
              </a:extLst>
            </p:cNvPr>
            <p:cNvSpPr>
              <a:spLocks noChangeShapeType="1"/>
            </p:cNvSpPr>
            <p:nvPr/>
          </p:nvSpPr>
          <p:spPr bwMode="auto">
            <a:xfrm>
              <a:off x="2976" y="1824"/>
              <a:ext cx="14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49178" name="Group 1050">
              <a:extLst>
                <a:ext uri="{FF2B5EF4-FFF2-40B4-BE49-F238E27FC236}">
                  <a16:creationId xmlns:a16="http://schemas.microsoft.com/office/drawing/2014/main" id="{420CA7DF-1C23-49D5-93E8-CA6BA523E5E0}"/>
                </a:ext>
              </a:extLst>
            </p:cNvPr>
            <p:cNvGrpSpPr>
              <a:grpSpLocks/>
            </p:cNvGrpSpPr>
            <p:nvPr/>
          </p:nvGrpSpPr>
          <p:grpSpPr bwMode="auto">
            <a:xfrm>
              <a:off x="2832" y="2304"/>
              <a:ext cx="816" cy="432"/>
              <a:chOff x="2160" y="2304"/>
              <a:chExt cx="816" cy="432"/>
            </a:xfrm>
          </p:grpSpPr>
          <p:sp>
            <p:nvSpPr>
              <p:cNvPr id="49179" name="Rectangle 1051">
                <a:extLst>
                  <a:ext uri="{FF2B5EF4-FFF2-40B4-BE49-F238E27FC236}">
                    <a16:creationId xmlns:a16="http://schemas.microsoft.com/office/drawing/2014/main" id="{CC1FC5B4-4108-40FF-950D-74B494388039}"/>
                  </a:ext>
                </a:extLst>
              </p:cNvPr>
              <p:cNvSpPr>
                <a:spLocks noChangeArrowheads="1"/>
              </p:cNvSpPr>
              <p:nvPr/>
            </p:nvSpPr>
            <p:spPr bwMode="auto">
              <a:xfrm>
                <a:off x="2160"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9180" name="Rectangle 1052">
                <a:extLst>
                  <a:ext uri="{FF2B5EF4-FFF2-40B4-BE49-F238E27FC236}">
                    <a16:creationId xmlns:a16="http://schemas.microsoft.com/office/drawing/2014/main" id="{AFCFE11C-80AB-4F76-9B4D-78C76D1655AC}"/>
                  </a:ext>
                </a:extLst>
              </p:cNvPr>
              <p:cNvSpPr>
                <a:spLocks noChangeArrowheads="1"/>
              </p:cNvSpPr>
              <p:nvPr/>
            </p:nvSpPr>
            <p:spPr bwMode="auto">
              <a:xfrm>
                <a:off x="220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31</a:t>
                </a:r>
              </a:p>
            </p:txBody>
          </p:sp>
          <p:sp>
            <p:nvSpPr>
              <p:cNvPr id="49181" name="Rectangle 1053">
                <a:extLst>
                  <a:ext uri="{FF2B5EF4-FFF2-40B4-BE49-F238E27FC236}">
                    <a16:creationId xmlns:a16="http://schemas.microsoft.com/office/drawing/2014/main" id="{AAC3BA4D-E10B-4545-A750-CC6A2BAA8040}"/>
                  </a:ext>
                </a:extLst>
              </p:cNvPr>
              <p:cNvSpPr>
                <a:spLocks noChangeArrowheads="1"/>
              </p:cNvSpPr>
              <p:nvPr/>
            </p:nvSpPr>
            <p:spPr bwMode="auto">
              <a:xfrm>
                <a:off x="2592"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43</a:t>
                </a:r>
              </a:p>
            </p:txBody>
          </p:sp>
        </p:grpSp>
      </p:grpSp>
      <p:sp>
        <p:nvSpPr>
          <p:cNvPr id="49185" name="Text Box 1057">
            <a:extLst>
              <a:ext uri="{FF2B5EF4-FFF2-40B4-BE49-F238E27FC236}">
                <a16:creationId xmlns:a16="http://schemas.microsoft.com/office/drawing/2014/main" id="{24121FCE-3358-462A-A15E-8CDD45D79D90}"/>
              </a:ext>
            </a:extLst>
          </p:cNvPr>
          <p:cNvSpPr txBox="1">
            <a:spLocks noChangeArrowheads="1"/>
          </p:cNvSpPr>
          <p:nvPr/>
        </p:nvSpPr>
        <p:spPr bwMode="auto">
          <a:xfrm>
            <a:off x="7941073" y="4738171"/>
            <a:ext cx="1086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a:t>Delete 72</a:t>
            </a:r>
            <a:endParaRPr lang="en-GB" altLang="en-US" sz="2800" i="1">
              <a:effectLst>
                <a:outerShdw blurRad="38100" dist="38100" dir="2700000" algn="tl">
                  <a:srgbClr val="C0C0C0"/>
                </a:outerShdw>
              </a:effectLst>
            </a:endParaRPr>
          </a:p>
        </p:txBody>
      </p:sp>
      <p:sp>
        <p:nvSpPr>
          <p:cNvPr id="49186" name="Line 1058">
            <a:extLst>
              <a:ext uri="{FF2B5EF4-FFF2-40B4-BE49-F238E27FC236}">
                <a16:creationId xmlns:a16="http://schemas.microsoft.com/office/drawing/2014/main" id="{5D22F55C-F521-4162-A330-B1FE793892C0}"/>
              </a:ext>
            </a:extLst>
          </p:cNvPr>
          <p:cNvSpPr>
            <a:spLocks noChangeShapeType="1"/>
          </p:cNvSpPr>
          <p:nvPr/>
        </p:nvSpPr>
        <p:spPr bwMode="auto">
          <a:xfrm flipH="1" flipV="1">
            <a:off x="8610600" y="4419600"/>
            <a:ext cx="1524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N"/>
          </a:p>
        </p:txBody>
      </p:sp>
      <p:grpSp>
        <p:nvGrpSpPr>
          <p:cNvPr id="49190" name="Group 1062">
            <a:extLst>
              <a:ext uri="{FF2B5EF4-FFF2-40B4-BE49-F238E27FC236}">
                <a16:creationId xmlns:a16="http://schemas.microsoft.com/office/drawing/2014/main" id="{F9A998C5-DFDC-4906-8EF2-24F10158A02C}"/>
              </a:ext>
            </a:extLst>
          </p:cNvPr>
          <p:cNvGrpSpPr>
            <a:grpSpLocks/>
          </p:cNvGrpSpPr>
          <p:nvPr/>
        </p:nvGrpSpPr>
        <p:grpSpPr bwMode="auto">
          <a:xfrm>
            <a:off x="8153400" y="3657600"/>
            <a:ext cx="184150" cy="685800"/>
            <a:chOff x="4176" y="2304"/>
            <a:chExt cx="116" cy="432"/>
          </a:xfrm>
        </p:grpSpPr>
        <p:sp>
          <p:nvSpPr>
            <p:cNvPr id="49188" name="Rectangle 1060">
              <a:extLst>
                <a:ext uri="{FF2B5EF4-FFF2-40B4-BE49-F238E27FC236}">
                  <a16:creationId xmlns:a16="http://schemas.microsoft.com/office/drawing/2014/main" id="{8F37D17F-EEF7-47C5-BCA1-D8BEF0B671C2}"/>
                </a:ext>
              </a:extLst>
            </p:cNvPr>
            <p:cNvSpPr>
              <a:spLocks noChangeArrowheads="1"/>
            </p:cNvSpPr>
            <p:nvPr/>
          </p:nvSpPr>
          <p:spPr bwMode="auto">
            <a:xfrm>
              <a:off x="4176" y="2428"/>
              <a:ext cx="116"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49189" name="Line 1061">
              <a:extLst>
                <a:ext uri="{FF2B5EF4-FFF2-40B4-BE49-F238E27FC236}">
                  <a16:creationId xmlns:a16="http://schemas.microsoft.com/office/drawing/2014/main" id="{77E87CA4-FFEA-4A5C-AFA8-42EFEFFC9646}"/>
                </a:ext>
              </a:extLst>
            </p:cNvPr>
            <p:cNvSpPr>
              <a:spLocks noChangeShapeType="1"/>
            </p:cNvSpPr>
            <p:nvPr/>
          </p:nvSpPr>
          <p:spPr bwMode="auto">
            <a:xfrm>
              <a:off x="4176" y="2304"/>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grpSp>
      <p:sp>
        <p:nvSpPr>
          <p:cNvPr id="49191" name="Text Box 1063">
            <a:extLst>
              <a:ext uri="{FF2B5EF4-FFF2-40B4-BE49-F238E27FC236}">
                <a16:creationId xmlns:a16="http://schemas.microsoft.com/office/drawing/2014/main" id="{688A6B9A-EAF7-4DA2-B765-F2D828DA5595}"/>
              </a:ext>
            </a:extLst>
          </p:cNvPr>
          <p:cNvSpPr txBox="1">
            <a:spLocks noChangeArrowheads="1"/>
          </p:cNvSpPr>
          <p:nvPr/>
        </p:nvSpPr>
        <p:spPr bwMode="auto">
          <a:xfrm>
            <a:off x="7620000" y="4427538"/>
            <a:ext cx="1828800" cy="82391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GB" altLang="en-US"/>
              <a:t>Too few keys!</a:t>
            </a:r>
          </a:p>
          <a:p>
            <a:pPr algn="ctr"/>
            <a:endParaRPr lang="en-GB" altLang="en-US" sz="2800" i="1">
              <a:effectLst>
                <a:outerShdw blurRad="38100" dist="38100" dir="2700000" algn="tl">
                  <a:srgbClr val="C0C0C0"/>
                </a:outerShdw>
              </a:effectLst>
            </a:endParaRPr>
          </a:p>
        </p:txBody>
      </p:sp>
      <p:grpSp>
        <p:nvGrpSpPr>
          <p:cNvPr id="49201" name="Group 1073">
            <a:extLst>
              <a:ext uri="{FF2B5EF4-FFF2-40B4-BE49-F238E27FC236}">
                <a16:creationId xmlns:a16="http://schemas.microsoft.com/office/drawing/2014/main" id="{D8402C65-7EDF-448E-BBE6-F3DB8779EBD7}"/>
              </a:ext>
            </a:extLst>
          </p:cNvPr>
          <p:cNvGrpSpPr>
            <a:grpSpLocks/>
          </p:cNvGrpSpPr>
          <p:nvPr/>
        </p:nvGrpSpPr>
        <p:grpSpPr bwMode="auto">
          <a:xfrm>
            <a:off x="5943600" y="2133600"/>
            <a:ext cx="2286000" cy="2286000"/>
            <a:chOff x="2784" y="1344"/>
            <a:chExt cx="1440" cy="1440"/>
          </a:xfrm>
        </p:grpSpPr>
        <p:grpSp>
          <p:nvGrpSpPr>
            <p:cNvPr id="49199" name="Group 1071">
              <a:extLst>
                <a:ext uri="{FF2B5EF4-FFF2-40B4-BE49-F238E27FC236}">
                  <a16:creationId xmlns:a16="http://schemas.microsoft.com/office/drawing/2014/main" id="{EC00E769-12FB-4427-AADE-A32E2CC8C10A}"/>
                </a:ext>
              </a:extLst>
            </p:cNvPr>
            <p:cNvGrpSpPr>
              <a:grpSpLocks/>
            </p:cNvGrpSpPr>
            <p:nvPr/>
          </p:nvGrpSpPr>
          <p:grpSpPr bwMode="auto">
            <a:xfrm>
              <a:off x="2784" y="1344"/>
              <a:ext cx="1440" cy="1440"/>
              <a:chOff x="2784" y="1344"/>
              <a:chExt cx="1440" cy="1440"/>
            </a:xfrm>
          </p:grpSpPr>
          <p:sp>
            <p:nvSpPr>
              <p:cNvPr id="49193" name="Line 1065">
                <a:extLst>
                  <a:ext uri="{FF2B5EF4-FFF2-40B4-BE49-F238E27FC236}">
                    <a16:creationId xmlns:a16="http://schemas.microsoft.com/office/drawing/2014/main" id="{F9C2922D-3BFF-48C5-A519-6F7C729C17DF}"/>
                  </a:ext>
                </a:extLst>
              </p:cNvPr>
              <p:cNvSpPr>
                <a:spLocks noChangeShapeType="1"/>
              </p:cNvSpPr>
              <p:nvPr/>
            </p:nvSpPr>
            <p:spPr bwMode="auto">
              <a:xfrm flipV="1">
                <a:off x="2784" y="2016"/>
                <a:ext cx="0" cy="768"/>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49194" name="Line 1066">
                <a:extLst>
                  <a:ext uri="{FF2B5EF4-FFF2-40B4-BE49-F238E27FC236}">
                    <a16:creationId xmlns:a16="http://schemas.microsoft.com/office/drawing/2014/main" id="{453016D0-336D-45E9-A8CE-B7BFB77832BB}"/>
                  </a:ext>
                </a:extLst>
              </p:cNvPr>
              <p:cNvSpPr>
                <a:spLocks noChangeShapeType="1"/>
              </p:cNvSpPr>
              <p:nvPr/>
            </p:nvSpPr>
            <p:spPr bwMode="auto">
              <a:xfrm flipV="1">
                <a:off x="2784" y="1872"/>
                <a:ext cx="144" cy="144"/>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49195" name="Line 1067">
                <a:extLst>
                  <a:ext uri="{FF2B5EF4-FFF2-40B4-BE49-F238E27FC236}">
                    <a16:creationId xmlns:a16="http://schemas.microsoft.com/office/drawing/2014/main" id="{558B20A6-55AC-4579-9DE8-AC679F38BD75}"/>
                  </a:ext>
                </a:extLst>
              </p:cNvPr>
              <p:cNvSpPr>
                <a:spLocks noChangeShapeType="1"/>
              </p:cNvSpPr>
              <p:nvPr/>
            </p:nvSpPr>
            <p:spPr bwMode="auto">
              <a:xfrm flipV="1">
                <a:off x="2928" y="1344"/>
                <a:ext cx="48" cy="528"/>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49196" name="Line 1068">
                <a:extLst>
                  <a:ext uri="{FF2B5EF4-FFF2-40B4-BE49-F238E27FC236}">
                    <a16:creationId xmlns:a16="http://schemas.microsoft.com/office/drawing/2014/main" id="{EB2CF263-F028-4D1C-B328-71B1AADBFC41}"/>
                  </a:ext>
                </a:extLst>
              </p:cNvPr>
              <p:cNvSpPr>
                <a:spLocks noChangeShapeType="1"/>
              </p:cNvSpPr>
              <p:nvPr/>
            </p:nvSpPr>
            <p:spPr bwMode="auto">
              <a:xfrm>
                <a:off x="2976" y="1344"/>
                <a:ext cx="1248" cy="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N"/>
              </a:p>
            </p:txBody>
          </p:sp>
          <p:sp>
            <p:nvSpPr>
              <p:cNvPr id="49197" name="Line 1069">
                <a:extLst>
                  <a:ext uri="{FF2B5EF4-FFF2-40B4-BE49-F238E27FC236}">
                    <a16:creationId xmlns:a16="http://schemas.microsoft.com/office/drawing/2014/main" id="{6081689B-768F-493C-8C99-9F917A945E76}"/>
                  </a:ext>
                </a:extLst>
              </p:cNvPr>
              <p:cNvSpPr>
                <a:spLocks noChangeShapeType="1"/>
              </p:cNvSpPr>
              <p:nvPr/>
            </p:nvSpPr>
            <p:spPr bwMode="auto">
              <a:xfrm>
                <a:off x="2784" y="2784"/>
                <a:ext cx="1440" cy="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49198" name="Line 1070">
                <a:extLst>
                  <a:ext uri="{FF2B5EF4-FFF2-40B4-BE49-F238E27FC236}">
                    <a16:creationId xmlns:a16="http://schemas.microsoft.com/office/drawing/2014/main" id="{E78500D1-5779-4136-B859-6B781CCCE3C1}"/>
                  </a:ext>
                </a:extLst>
              </p:cNvPr>
              <p:cNvSpPr>
                <a:spLocks noChangeShapeType="1"/>
              </p:cNvSpPr>
              <p:nvPr/>
            </p:nvSpPr>
            <p:spPr bwMode="auto">
              <a:xfrm flipV="1">
                <a:off x="4224" y="1344"/>
                <a:ext cx="0" cy="144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grpSp>
        <p:sp>
          <p:nvSpPr>
            <p:cNvPr id="49200" name="Text Box 1072">
              <a:extLst>
                <a:ext uri="{FF2B5EF4-FFF2-40B4-BE49-F238E27FC236}">
                  <a16:creationId xmlns:a16="http://schemas.microsoft.com/office/drawing/2014/main" id="{454BA31F-D7C9-4DD0-AAFF-E4988D188928}"/>
                </a:ext>
              </a:extLst>
            </p:cNvPr>
            <p:cNvSpPr txBox="1">
              <a:spLocks noChangeArrowheads="1"/>
            </p:cNvSpPr>
            <p:nvPr/>
          </p:nvSpPr>
          <p:spPr bwMode="auto">
            <a:xfrm>
              <a:off x="2894" y="1977"/>
              <a:ext cx="1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a:t>Join back together</a:t>
              </a:r>
              <a:endParaRPr lang="en-GB" altLang="en-US" sz="2800" i="1">
                <a:effectLst>
                  <a:outerShdw blurRad="38100" dist="38100" dir="2700000" algn="tl">
                    <a:srgbClr val="C0C0C0"/>
                  </a:outerShdw>
                </a:effectLst>
              </a:endParaRPr>
            </a:p>
          </p:txBody>
        </p:sp>
      </p:grpSp>
      <p:sp>
        <p:nvSpPr>
          <p:cNvPr id="49202" name="Text Box 1074">
            <a:extLst>
              <a:ext uri="{FF2B5EF4-FFF2-40B4-BE49-F238E27FC236}">
                <a16:creationId xmlns:a16="http://schemas.microsoft.com/office/drawing/2014/main" id="{D6C61577-6ABF-4E67-8DE4-BD34C0BF2A67}"/>
              </a:ext>
            </a:extLst>
          </p:cNvPr>
          <p:cNvSpPr txBox="1">
            <a:spLocks noChangeArrowheads="1"/>
          </p:cNvSpPr>
          <p:nvPr/>
        </p:nvSpPr>
        <p:spPr bwMode="auto">
          <a:xfrm>
            <a:off x="6894708" y="5864326"/>
            <a:ext cx="31571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sz="1400" i="1"/>
              <a:t>Note when printed: this slide is animated</a:t>
            </a:r>
            <a:endParaRPr lang="en-GB" altLang="en-US" sz="2800" i="1">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91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1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9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91"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25">
            <a:extLst>
              <a:ext uri="{FF2B5EF4-FFF2-40B4-BE49-F238E27FC236}">
                <a16:creationId xmlns:a16="http://schemas.microsoft.com/office/drawing/2014/main" id="{898EEB12-3E1E-4B31-BC19-96525AA430BE}"/>
              </a:ext>
            </a:extLst>
          </p:cNvPr>
          <p:cNvSpPr>
            <a:spLocks noGrp="1"/>
          </p:cNvSpPr>
          <p:nvPr>
            <p:ph type="ftr" sz="quarter" idx="10"/>
          </p:nvPr>
        </p:nvSpPr>
        <p:spPr/>
        <p:txBody>
          <a:bodyPr/>
          <a:lstStyle/>
          <a:p>
            <a:r>
              <a:rPr lang="en-US" altLang="en-US"/>
              <a:t>B-Trees</a:t>
            </a:r>
          </a:p>
        </p:txBody>
      </p:sp>
      <p:sp>
        <p:nvSpPr>
          <p:cNvPr id="27" name="Slide Number Placeholder 26">
            <a:extLst>
              <a:ext uri="{FF2B5EF4-FFF2-40B4-BE49-F238E27FC236}">
                <a16:creationId xmlns:a16="http://schemas.microsoft.com/office/drawing/2014/main" id="{B5F4C7BE-1019-4514-BC95-8E9EF3CE5860}"/>
              </a:ext>
            </a:extLst>
          </p:cNvPr>
          <p:cNvSpPr>
            <a:spLocks noGrp="1"/>
          </p:cNvSpPr>
          <p:nvPr>
            <p:ph type="sldNum" sz="quarter" idx="11"/>
          </p:nvPr>
        </p:nvSpPr>
        <p:spPr/>
        <p:txBody>
          <a:bodyPr/>
          <a:lstStyle/>
          <a:p>
            <a:fld id="{CDB50C2F-8274-44A3-BA9F-C089FB5E6050}" type="slidenum">
              <a:rPr lang="en-US" altLang="en-US"/>
              <a:pPr/>
              <a:t>40</a:t>
            </a:fld>
            <a:endParaRPr lang="en-US" altLang="en-US"/>
          </a:p>
        </p:txBody>
      </p:sp>
      <p:sp>
        <p:nvSpPr>
          <p:cNvPr id="50178" name="Rectangle 1026">
            <a:extLst>
              <a:ext uri="{FF2B5EF4-FFF2-40B4-BE49-F238E27FC236}">
                <a16:creationId xmlns:a16="http://schemas.microsoft.com/office/drawing/2014/main" id="{856886AA-68B4-4AC0-96F4-E505EF7DFB7E}"/>
              </a:ext>
            </a:extLst>
          </p:cNvPr>
          <p:cNvSpPr>
            <a:spLocks noGrp="1" noChangeArrowheads="1"/>
          </p:cNvSpPr>
          <p:nvPr>
            <p:ph type="title"/>
          </p:nvPr>
        </p:nvSpPr>
        <p:spPr>
          <a:ln/>
        </p:spPr>
        <p:txBody>
          <a:bodyPr/>
          <a:lstStyle/>
          <a:p>
            <a:r>
              <a:rPr lang="en-GB" altLang="en-US"/>
              <a:t>Type #4: Too few keys in node and its siblings</a:t>
            </a:r>
          </a:p>
        </p:txBody>
      </p:sp>
      <p:grpSp>
        <p:nvGrpSpPr>
          <p:cNvPr id="50207" name="Group 1055">
            <a:extLst>
              <a:ext uri="{FF2B5EF4-FFF2-40B4-BE49-F238E27FC236}">
                <a16:creationId xmlns:a16="http://schemas.microsoft.com/office/drawing/2014/main" id="{27232106-5CB0-4472-8577-D0213A64F18F}"/>
              </a:ext>
            </a:extLst>
          </p:cNvPr>
          <p:cNvGrpSpPr>
            <a:grpSpLocks/>
          </p:cNvGrpSpPr>
          <p:nvPr/>
        </p:nvGrpSpPr>
        <p:grpSpPr bwMode="auto">
          <a:xfrm>
            <a:off x="3124200" y="2209800"/>
            <a:ext cx="5486400" cy="2133600"/>
            <a:chOff x="1008" y="1392"/>
            <a:chExt cx="3456" cy="1344"/>
          </a:xfrm>
        </p:grpSpPr>
        <p:grpSp>
          <p:nvGrpSpPr>
            <p:cNvPr id="50206" name="Group 1054">
              <a:extLst>
                <a:ext uri="{FF2B5EF4-FFF2-40B4-BE49-F238E27FC236}">
                  <a16:creationId xmlns:a16="http://schemas.microsoft.com/office/drawing/2014/main" id="{26AB16BA-5A58-4828-9CD8-9035A79DEE0E}"/>
                </a:ext>
              </a:extLst>
            </p:cNvPr>
            <p:cNvGrpSpPr>
              <a:grpSpLocks/>
            </p:cNvGrpSpPr>
            <p:nvPr/>
          </p:nvGrpSpPr>
          <p:grpSpPr bwMode="auto">
            <a:xfrm>
              <a:off x="2160" y="1392"/>
              <a:ext cx="816" cy="432"/>
              <a:chOff x="2160" y="1392"/>
              <a:chExt cx="816" cy="432"/>
            </a:xfrm>
          </p:grpSpPr>
          <p:sp>
            <p:nvSpPr>
              <p:cNvPr id="50181" name="Rectangle 1029">
                <a:extLst>
                  <a:ext uri="{FF2B5EF4-FFF2-40B4-BE49-F238E27FC236}">
                    <a16:creationId xmlns:a16="http://schemas.microsoft.com/office/drawing/2014/main" id="{430549F4-352D-4987-8504-9DE91D0746D0}"/>
                  </a:ext>
                </a:extLst>
              </p:cNvPr>
              <p:cNvSpPr>
                <a:spLocks noChangeArrowheads="1"/>
              </p:cNvSpPr>
              <p:nvPr/>
            </p:nvSpPr>
            <p:spPr bwMode="auto">
              <a:xfrm>
                <a:off x="2160" y="1392"/>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0182" name="Rectangle 1030">
                <a:extLst>
                  <a:ext uri="{FF2B5EF4-FFF2-40B4-BE49-F238E27FC236}">
                    <a16:creationId xmlns:a16="http://schemas.microsoft.com/office/drawing/2014/main" id="{87002B81-6C28-49CC-8A36-0E2F231B5C4D}"/>
                  </a:ext>
                </a:extLst>
              </p:cNvPr>
              <p:cNvSpPr>
                <a:spLocks noChangeArrowheads="1"/>
              </p:cNvSpPr>
              <p:nvPr/>
            </p:nvSpPr>
            <p:spPr bwMode="auto">
              <a:xfrm>
                <a:off x="2208"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12</a:t>
                </a:r>
              </a:p>
            </p:txBody>
          </p:sp>
          <p:sp>
            <p:nvSpPr>
              <p:cNvPr id="50183" name="Rectangle 1031">
                <a:extLst>
                  <a:ext uri="{FF2B5EF4-FFF2-40B4-BE49-F238E27FC236}">
                    <a16:creationId xmlns:a16="http://schemas.microsoft.com/office/drawing/2014/main" id="{6316FAFF-29BE-44D6-BFC0-1CA76A4501BF}"/>
                  </a:ext>
                </a:extLst>
              </p:cNvPr>
              <p:cNvSpPr>
                <a:spLocks noChangeArrowheads="1"/>
              </p:cNvSpPr>
              <p:nvPr/>
            </p:nvSpPr>
            <p:spPr bwMode="auto">
              <a:xfrm>
                <a:off x="2592"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29</a:t>
                </a:r>
              </a:p>
            </p:txBody>
          </p:sp>
        </p:grpSp>
        <p:grpSp>
          <p:nvGrpSpPr>
            <p:cNvPr id="50185" name="Group 1033">
              <a:extLst>
                <a:ext uri="{FF2B5EF4-FFF2-40B4-BE49-F238E27FC236}">
                  <a16:creationId xmlns:a16="http://schemas.microsoft.com/office/drawing/2014/main" id="{C1582EB4-FF04-4662-848A-7F22D259C091}"/>
                </a:ext>
              </a:extLst>
            </p:cNvPr>
            <p:cNvGrpSpPr>
              <a:grpSpLocks/>
            </p:cNvGrpSpPr>
            <p:nvPr/>
          </p:nvGrpSpPr>
          <p:grpSpPr bwMode="auto">
            <a:xfrm>
              <a:off x="1008" y="2304"/>
              <a:ext cx="816" cy="432"/>
              <a:chOff x="1008" y="2304"/>
              <a:chExt cx="816" cy="432"/>
            </a:xfrm>
          </p:grpSpPr>
          <p:sp>
            <p:nvSpPr>
              <p:cNvPr id="50186" name="Rectangle 1034">
                <a:extLst>
                  <a:ext uri="{FF2B5EF4-FFF2-40B4-BE49-F238E27FC236}">
                    <a16:creationId xmlns:a16="http://schemas.microsoft.com/office/drawing/2014/main" id="{9681838A-33BA-463E-B6AF-B6051B17560E}"/>
                  </a:ext>
                </a:extLst>
              </p:cNvPr>
              <p:cNvSpPr>
                <a:spLocks noChangeArrowheads="1"/>
              </p:cNvSpPr>
              <p:nvPr/>
            </p:nvSpPr>
            <p:spPr bwMode="auto">
              <a:xfrm>
                <a:off x="1008"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0187" name="Rectangle 1035">
                <a:extLst>
                  <a:ext uri="{FF2B5EF4-FFF2-40B4-BE49-F238E27FC236}">
                    <a16:creationId xmlns:a16="http://schemas.microsoft.com/office/drawing/2014/main" id="{764F3B19-E2EE-4C5C-936B-109389CBA283}"/>
                  </a:ext>
                </a:extLst>
              </p:cNvPr>
              <p:cNvSpPr>
                <a:spLocks noChangeArrowheads="1"/>
              </p:cNvSpPr>
              <p:nvPr/>
            </p:nvSpPr>
            <p:spPr bwMode="auto">
              <a:xfrm>
                <a:off x="1056"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7</a:t>
                </a:r>
              </a:p>
            </p:txBody>
          </p:sp>
          <p:sp>
            <p:nvSpPr>
              <p:cNvPr id="50188" name="Rectangle 1036">
                <a:extLst>
                  <a:ext uri="{FF2B5EF4-FFF2-40B4-BE49-F238E27FC236}">
                    <a16:creationId xmlns:a16="http://schemas.microsoft.com/office/drawing/2014/main" id="{47B2D261-B194-4EBC-9FED-111D8F466D0C}"/>
                  </a:ext>
                </a:extLst>
              </p:cNvPr>
              <p:cNvSpPr>
                <a:spLocks noChangeArrowheads="1"/>
              </p:cNvSpPr>
              <p:nvPr/>
            </p:nvSpPr>
            <p:spPr bwMode="auto">
              <a:xfrm>
                <a:off x="144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9</a:t>
                </a:r>
              </a:p>
            </p:txBody>
          </p:sp>
        </p:grpSp>
        <p:grpSp>
          <p:nvGrpSpPr>
            <p:cNvPr id="50189" name="Group 1037">
              <a:extLst>
                <a:ext uri="{FF2B5EF4-FFF2-40B4-BE49-F238E27FC236}">
                  <a16:creationId xmlns:a16="http://schemas.microsoft.com/office/drawing/2014/main" id="{2D2DDDA8-467D-46DA-8DF4-C025FA3F545C}"/>
                </a:ext>
              </a:extLst>
            </p:cNvPr>
            <p:cNvGrpSpPr>
              <a:grpSpLocks/>
            </p:cNvGrpSpPr>
            <p:nvPr/>
          </p:nvGrpSpPr>
          <p:grpSpPr bwMode="auto">
            <a:xfrm>
              <a:off x="1920" y="2304"/>
              <a:ext cx="816" cy="432"/>
              <a:chOff x="2160" y="2304"/>
              <a:chExt cx="816" cy="432"/>
            </a:xfrm>
          </p:grpSpPr>
          <p:sp>
            <p:nvSpPr>
              <p:cNvPr id="50190" name="Rectangle 1038">
                <a:extLst>
                  <a:ext uri="{FF2B5EF4-FFF2-40B4-BE49-F238E27FC236}">
                    <a16:creationId xmlns:a16="http://schemas.microsoft.com/office/drawing/2014/main" id="{DB859261-49F1-4D85-B445-A716B2AFFB89}"/>
                  </a:ext>
                </a:extLst>
              </p:cNvPr>
              <p:cNvSpPr>
                <a:spLocks noChangeArrowheads="1"/>
              </p:cNvSpPr>
              <p:nvPr/>
            </p:nvSpPr>
            <p:spPr bwMode="auto">
              <a:xfrm>
                <a:off x="2160"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0191" name="Rectangle 1039">
                <a:extLst>
                  <a:ext uri="{FF2B5EF4-FFF2-40B4-BE49-F238E27FC236}">
                    <a16:creationId xmlns:a16="http://schemas.microsoft.com/office/drawing/2014/main" id="{86ABEDA3-0C7D-4E35-AC75-BDF591193B8E}"/>
                  </a:ext>
                </a:extLst>
              </p:cNvPr>
              <p:cNvSpPr>
                <a:spLocks noChangeArrowheads="1"/>
              </p:cNvSpPr>
              <p:nvPr/>
            </p:nvSpPr>
            <p:spPr bwMode="auto">
              <a:xfrm>
                <a:off x="220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15</a:t>
                </a:r>
              </a:p>
            </p:txBody>
          </p:sp>
          <p:sp>
            <p:nvSpPr>
              <p:cNvPr id="50192" name="Rectangle 1040">
                <a:extLst>
                  <a:ext uri="{FF2B5EF4-FFF2-40B4-BE49-F238E27FC236}">
                    <a16:creationId xmlns:a16="http://schemas.microsoft.com/office/drawing/2014/main" id="{1914A831-1466-4391-AB93-67A464C3C1F8}"/>
                  </a:ext>
                </a:extLst>
              </p:cNvPr>
              <p:cNvSpPr>
                <a:spLocks noChangeArrowheads="1"/>
              </p:cNvSpPr>
              <p:nvPr/>
            </p:nvSpPr>
            <p:spPr bwMode="auto">
              <a:xfrm>
                <a:off x="2592"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22</a:t>
                </a:r>
              </a:p>
            </p:txBody>
          </p:sp>
        </p:grpSp>
        <p:sp>
          <p:nvSpPr>
            <p:cNvPr id="50197" name="Line 1045">
              <a:extLst>
                <a:ext uri="{FF2B5EF4-FFF2-40B4-BE49-F238E27FC236}">
                  <a16:creationId xmlns:a16="http://schemas.microsoft.com/office/drawing/2014/main" id="{DD8FB064-3014-4F87-A615-FEEFE9F0085E}"/>
                </a:ext>
              </a:extLst>
            </p:cNvPr>
            <p:cNvSpPr>
              <a:spLocks noChangeShapeType="1"/>
            </p:cNvSpPr>
            <p:nvPr/>
          </p:nvSpPr>
          <p:spPr bwMode="auto">
            <a:xfrm flipH="1">
              <a:off x="1824" y="1824"/>
              <a:ext cx="33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0198" name="Line 1046">
              <a:extLst>
                <a:ext uri="{FF2B5EF4-FFF2-40B4-BE49-F238E27FC236}">
                  <a16:creationId xmlns:a16="http://schemas.microsoft.com/office/drawing/2014/main" id="{281A4259-D7F9-427B-8CC4-8EF4BAE9B3D9}"/>
                </a:ext>
              </a:extLst>
            </p:cNvPr>
            <p:cNvSpPr>
              <a:spLocks noChangeShapeType="1"/>
            </p:cNvSpPr>
            <p:nvPr/>
          </p:nvSpPr>
          <p:spPr bwMode="auto">
            <a:xfrm flipH="1">
              <a:off x="2448" y="1824"/>
              <a:ext cx="9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0200" name="Line 1048">
              <a:extLst>
                <a:ext uri="{FF2B5EF4-FFF2-40B4-BE49-F238E27FC236}">
                  <a16:creationId xmlns:a16="http://schemas.microsoft.com/office/drawing/2014/main" id="{95736B38-2472-4BBC-935A-007AB877FFED}"/>
                </a:ext>
              </a:extLst>
            </p:cNvPr>
            <p:cNvSpPr>
              <a:spLocks noChangeShapeType="1"/>
            </p:cNvSpPr>
            <p:nvPr/>
          </p:nvSpPr>
          <p:spPr bwMode="auto">
            <a:xfrm>
              <a:off x="2976" y="1824"/>
              <a:ext cx="14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50205" name="Group 1053">
              <a:extLst>
                <a:ext uri="{FF2B5EF4-FFF2-40B4-BE49-F238E27FC236}">
                  <a16:creationId xmlns:a16="http://schemas.microsoft.com/office/drawing/2014/main" id="{A9CF5E58-B568-4D86-A757-3BF89D3251FC}"/>
                </a:ext>
              </a:extLst>
            </p:cNvPr>
            <p:cNvGrpSpPr>
              <a:grpSpLocks/>
            </p:cNvGrpSpPr>
            <p:nvPr/>
          </p:nvGrpSpPr>
          <p:grpSpPr bwMode="auto">
            <a:xfrm>
              <a:off x="2832" y="2304"/>
              <a:ext cx="1632" cy="432"/>
              <a:chOff x="2832" y="2304"/>
              <a:chExt cx="1632" cy="432"/>
            </a:xfrm>
          </p:grpSpPr>
          <p:sp>
            <p:nvSpPr>
              <p:cNvPr id="50202" name="Rectangle 1050">
                <a:extLst>
                  <a:ext uri="{FF2B5EF4-FFF2-40B4-BE49-F238E27FC236}">
                    <a16:creationId xmlns:a16="http://schemas.microsoft.com/office/drawing/2014/main" id="{5FA959A0-371D-42F0-BDBB-206ED1094D9F}"/>
                  </a:ext>
                </a:extLst>
              </p:cNvPr>
              <p:cNvSpPr>
                <a:spLocks noChangeArrowheads="1"/>
              </p:cNvSpPr>
              <p:nvPr/>
            </p:nvSpPr>
            <p:spPr bwMode="auto">
              <a:xfrm>
                <a:off x="2832" y="2304"/>
                <a:ext cx="1632"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0195" name="Rectangle 1043">
                <a:extLst>
                  <a:ext uri="{FF2B5EF4-FFF2-40B4-BE49-F238E27FC236}">
                    <a16:creationId xmlns:a16="http://schemas.microsoft.com/office/drawing/2014/main" id="{224589DF-AFDC-4C9F-9596-52B07A3B0392}"/>
                  </a:ext>
                </a:extLst>
              </p:cNvPr>
              <p:cNvSpPr>
                <a:spLocks noChangeArrowheads="1"/>
              </p:cNvSpPr>
              <p:nvPr/>
            </p:nvSpPr>
            <p:spPr bwMode="auto">
              <a:xfrm>
                <a:off x="408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69</a:t>
                </a:r>
              </a:p>
            </p:txBody>
          </p:sp>
          <p:sp>
            <p:nvSpPr>
              <p:cNvPr id="50184" name="Rectangle 1032">
                <a:extLst>
                  <a:ext uri="{FF2B5EF4-FFF2-40B4-BE49-F238E27FC236}">
                    <a16:creationId xmlns:a16="http://schemas.microsoft.com/office/drawing/2014/main" id="{4DCCA081-494B-4AD2-B5BA-A024CB2162F1}"/>
                  </a:ext>
                </a:extLst>
              </p:cNvPr>
              <p:cNvSpPr>
                <a:spLocks noChangeArrowheads="1"/>
              </p:cNvSpPr>
              <p:nvPr/>
            </p:nvSpPr>
            <p:spPr bwMode="auto">
              <a:xfrm>
                <a:off x="364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56</a:t>
                </a:r>
              </a:p>
            </p:txBody>
          </p:sp>
          <p:sp>
            <p:nvSpPr>
              <p:cNvPr id="50203" name="Rectangle 1051">
                <a:extLst>
                  <a:ext uri="{FF2B5EF4-FFF2-40B4-BE49-F238E27FC236}">
                    <a16:creationId xmlns:a16="http://schemas.microsoft.com/office/drawing/2014/main" id="{C7B4D034-4EFA-4F7B-97CF-C692732992E0}"/>
                  </a:ext>
                </a:extLst>
              </p:cNvPr>
              <p:cNvSpPr>
                <a:spLocks noChangeArrowheads="1"/>
              </p:cNvSpPr>
              <p:nvPr/>
            </p:nvSpPr>
            <p:spPr bwMode="auto">
              <a:xfrm>
                <a:off x="288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31</a:t>
                </a:r>
              </a:p>
            </p:txBody>
          </p:sp>
          <p:sp>
            <p:nvSpPr>
              <p:cNvPr id="50204" name="Rectangle 1052">
                <a:extLst>
                  <a:ext uri="{FF2B5EF4-FFF2-40B4-BE49-F238E27FC236}">
                    <a16:creationId xmlns:a16="http://schemas.microsoft.com/office/drawing/2014/main" id="{A3D5C3AC-E4D6-442D-819C-FFCFD78988FD}"/>
                  </a:ext>
                </a:extLst>
              </p:cNvPr>
              <p:cNvSpPr>
                <a:spLocks noChangeArrowheads="1"/>
              </p:cNvSpPr>
              <p:nvPr/>
            </p:nvSpPr>
            <p:spPr bwMode="auto">
              <a:xfrm>
                <a:off x="3264"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43</a:t>
                </a:r>
              </a:p>
            </p:txBody>
          </p:sp>
        </p:grpSp>
      </p:grpSp>
      <p:sp>
        <p:nvSpPr>
          <p:cNvPr id="50208" name="Text Box 1056">
            <a:extLst>
              <a:ext uri="{FF2B5EF4-FFF2-40B4-BE49-F238E27FC236}">
                <a16:creationId xmlns:a16="http://schemas.microsoft.com/office/drawing/2014/main" id="{D64D0C2A-EACA-49C1-8A3E-A02A493932ED}"/>
              </a:ext>
            </a:extLst>
          </p:cNvPr>
          <p:cNvSpPr txBox="1">
            <a:spLocks noChangeArrowheads="1"/>
          </p:cNvSpPr>
          <p:nvPr/>
        </p:nvSpPr>
        <p:spPr bwMode="auto">
          <a:xfrm>
            <a:off x="6894708" y="5864326"/>
            <a:ext cx="31571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sz="1400" i="1"/>
              <a:t>Note when printed: this slide is animated</a:t>
            </a:r>
            <a:endParaRPr lang="en-GB" altLang="en-US" sz="2800" i="1">
              <a:effectLst>
                <a:outerShdw blurRad="38100" dist="38100" dir="2700000" algn="tl">
                  <a:srgbClr val="C0C0C0"/>
                </a:outerShdw>
              </a:effectLs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ooter Placeholder 35">
            <a:extLst>
              <a:ext uri="{FF2B5EF4-FFF2-40B4-BE49-F238E27FC236}">
                <a16:creationId xmlns:a16="http://schemas.microsoft.com/office/drawing/2014/main" id="{E0B4EC76-1AEB-4DC8-A150-23B8EBB32573}"/>
              </a:ext>
            </a:extLst>
          </p:cNvPr>
          <p:cNvSpPr>
            <a:spLocks noGrp="1"/>
          </p:cNvSpPr>
          <p:nvPr>
            <p:ph type="ftr" sz="quarter" idx="10"/>
          </p:nvPr>
        </p:nvSpPr>
        <p:spPr/>
        <p:txBody>
          <a:bodyPr/>
          <a:lstStyle/>
          <a:p>
            <a:r>
              <a:rPr lang="en-US" altLang="en-US"/>
              <a:t>B-Trees</a:t>
            </a:r>
          </a:p>
        </p:txBody>
      </p:sp>
      <p:sp>
        <p:nvSpPr>
          <p:cNvPr id="37" name="Slide Number Placeholder 36">
            <a:extLst>
              <a:ext uri="{FF2B5EF4-FFF2-40B4-BE49-F238E27FC236}">
                <a16:creationId xmlns:a16="http://schemas.microsoft.com/office/drawing/2014/main" id="{AAAE9FEE-4D5A-4705-A980-ADA96F39D68B}"/>
              </a:ext>
            </a:extLst>
          </p:cNvPr>
          <p:cNvSpPr>
            <a:spLocks noGrp="1"/>
          </p:cNvSpPr>
          <p:nvPr>
            <p:ph type="sldNum" sz="quarter" idx="11"/>
          </p:nvPr>
        </p:nvSpPr>
        <p:spPr/>
        <p:txBody>
          <a:bodyPr/>
          <a:lstStyle/>
          <a:p>
            <a:fld id="{A17A2CBC-8419-4FCB-9480-BF0F499378B4}" type="slidenum">
              <a:rPr lang="en-US" altLang="en-US"/>
              <a:pPr/>
              <a:t>41</a:t>
            </a:fld>
            <a:endParaRPr lang="en-US" altLang="en-US"/>
          </a:p>
        </p:txBody>
      </p:sp>
      <p:sp>
        <p:nvSpPr>
          <p:cNvPr id="51202" name="Rectangle 2">
            <a:extLst>
              <a:ext uri="{FF2B5EF4-FFF2-40B4-BE49-F238E27FC236}">
                <a16:creationId xmlns:a16="http://schemas.microsoft.com/office/drawing/2014/main" id="{B8615A9C-F3E1-4575-A4E1-D398C45587EB}"/>
              </a:ext>
            </a:extLst>
          </p:cNvPr>
          <p:cNvSpPr>
            <a:spLocks noGrp="1" noChangeArrowheads="1"/>
          </p:cNvSpPr>
          <p:nvPr>
            <p:ph type="title"/>
          </p:nvPr>
        </p:nvSpPr>
        <p:spPr>
          <a:ln/>
        </p:spPr>
        <p:txBody>
          <a:bodyPr/>
          <a:lstStyle/>
          <a:p>
            <a:r>
              <a:rPr lang="en-GB" altLang="en-US"/>
              <a:t>Type #3: Enough siblings</a:t>
            </a:r>
          </a:p>
        </p:txBody>
      </p:sp>
      <p:grpSp>
        <p:nvGrpSpPr>
          <p:cNvPr id="51203" name="Group 3">
            <a:extLst>
              <a:ext uri="{FF2B5EF4-FFF2-40B4-BE49-F238E27FC236}">
                <a16:creationId xmlns:a16="http://schemas.microsoft.com/office/drawing/2014/main" id="{DD7D895A-CE46-4F35-8C0F-2437FD0DEFE9}"/>
              </a:ext>
            </a:extLst>
          </p:cNvPr>
          <p:cNvGrpSpPr>
            <a:grpSpLocks/>
          </p:cNvGrpSpPr>
          <p:nvPr/>
        </p:nvGrpSpPr>
        <p:grpSpPr bwMode="auto">
          <a:xfrm>
            <a:off x="3124200" y="2209800"/>
            <a:ext cx="5486400" cy="2133600"/>
            <a:chOff x="1008" y="1392"/>
            <a:chExt cx="3456" cy="1344"/>
          </a:xfrm>
        </p:grpSpPr>
        <p:grpSp>
          <p:nvGrpSpPr>
            <p:cNvPr id="51204" name="Group 4">
              <a:extLst>
                <a:ext uri="{FF2B5EF4-FFF2-40B4-BE49-F238E27FC236}">
                  <a16:creationId xmlns:a16="http://schemas.microsoft.com/office/drawing/2014/main" id="{6283CB7F-5BAD-43FC-BFC8-300282D4AF32}"/>
                </a:ext>
              </a:extLst>
            </p:cNvPr>
            <p:cNvGrpSpPr>
              <a:grpSpLocks/>
            </p:cNvGrpSpPr>
            <p:nvPr/>
          </p:nvGrpSpPr>
          <p:grpSpPr bwMode="auto">
            <a:xfrm>
              <a:off x="2160" y="1392"/>
              <a:ext cx="816" cy="432"/>
              <a:chOff x="2160" y="1392"/>
              <a:chExt cx="816" cy="432"/>
            </a:xfrm>
          </p:grpSpPr>
          <p:sp>
            <p:nvSpPr>
              <p:cNvPr id="51205" name="Rectangle 5">
                <a:extLst>
                  <a:ext uri="{FF2B5EF4-FFF2-40B4-BE49-F238E27FC236}">
                    <a16:creationId xmlns:a16="http://schemas.microsoft.com/office/drawing/2014/main" id="{3D768EBE-F1D4-483B-B272-947FEC260B54}"/>
                  </a:ext>
                </a:extLst>
              </p:cNvPr>
              <p:cNvSpPr>
                <a:spLocks noChangeArrowheads="1"/>
              </p:cNvSpPr>
              <p:nvPr/>
            </p:nvSpPr>
            <p:spPr bwMode="auto">
              <a:xfrm>
                <a:off x="2160" y="1392"/>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206" name="Rectangle 6">
                <a:extLst>
                  <a:ext uri="{FF2B5EF4-FFF2-40B4-BE49-F238E27FC236}">
                    <a16:creationId xmlns:a16="http://schemas.microsoft.com/office/drawing/2014/main" id="{F16BA3B5-3293-4B3B-BF84-FC3CDE2D39EE}"/>
                  </a:ext>
                </a:extLst>
              </p:cNvPr>
              <p:cNvSpPr>
                <a:spLocks noChangeArrowheads="1"/>
              </p:cNvSpPr>
              <p:nvPr/>
            </p:nvSpPr>
            <p:spPr bwMode="auto">
              <a:xfrm>
                <a:off x="2208"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12</a:t>
                </a:r>
              </a:p>
            </p:txBody>
          </p:sp>
          <p:sp>
            <p:nvSpPr>
              <p:cNvPr id="51207" name="Rectangle 7">
                <a:extLst>
                  <a:ext uri="{FF2B5EF4-FFF2-40B4-BE49-F238E27FC236}">
                    <a16:creationId xmlns:a16="http://schemas.microsoft.com/office/drawing/2014/main" id="{B3C67C64-04CC-4C25-A983-1C22130D9080}"/>
                  </a:ext>
                </a:extLst>
              </p:cNvPr>
              <p:cNvSpPr>
                <a:spLocks noChangeArrowheads="1"/>
              </p:cNvSpPr>
              <p:nvPr/>
            </p:nvSpPr>
            <p:spPr bwMode="auto">
              <a:xfrm>
                <a:off x="2592" y="1440"/>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29</a:t>
                </a:r>
              </a:p>
            </p:txBody>
          </p:sp>
        </p:grpSp>
        <p:grpSp>
          <p:nvGrpSpPr>
            <p:cNvPr id="51208" name="Group 8">
              <a:extLst>
                <a:ext uri="{FF2B5EF4-FFF2-40B4-BE49-F238E27FC236}">
                  <a16:creationId xmlns:a16="http://schemas.microsoft.com/office/drawing/2014/main" id="{ED09F003-37F7-4959-BDBF-0EF7485F96A8}"/>
                </a:ext>
              </a:extLst>
            </p:cNvPr>
            <p:cNvGrpSpPr>
              <a:grpSpLocks/>
            </p:cNvGrpSpPr>
            <p:nvPr/>
          </p:nvGrpSpPr>
          <p:grpSpPr bwMode="auto">
            <a:xfrm>
              <a:off x="1008" y="2304"/>
              <a:ext cx="816" cy="432"/>
              <a:chOff x="1008" y="2304"/>
              <a:chExt cx="816" cy="432"/>
            </a:xfrm>
          </p:grpSpPr>
          <p:sp>
            <p:nvSpPr>
              <p:cNvPr id="51209" name="Rectangle 9">
                <a:extLst>
                  <a:ext uri="{FF2B5EF4-FFF2-40B4-BE49-F238E27FC236}">
                    <a16:creationId xmlns:a16="http://schemas.microsoft.com/office/drawing/2014/main" id="{7E5D1B03-E09E-4FD2-A727-3F211A017DDB}"/>
                  </a:ext>
                </a:extLst>
              </p:cNvPr>
              <p:cNvSpPr>
                <a:spLocks noChangeArrowheads="1"/>
              </p:cNvSpPr>
              <p:nvPr/>
            </p:nvSpPr>
            <p:spPr bwMode="auto">
              <a:xfrm>
                <a:off x="1008"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210" name="Rectangle 10">
                <a:extLst>
                  <a:ext uri="{FF2B5EF4-FFF2-40B4-BE49-F238E27FC236}">
                    <a16:creationId xmlns:a16="http://schemas.microsoft.com/office/drawing/2014/main" id="{715B434A-AABC-470F-A818-E9D5A80F557D}"/>
                  </a:ext>
                </a:extLst>
              </p:cNvPr>
              <p:cNvSpPr>
                <a:spLocks noChangeArrowheads="1"/>
              </p:cNvSpPr>
              <p:nvPr/>
            </p:nvSpPr>
            <p:spPr bwMode="auto">
              <a:xfrm>
                <a:off x="1056"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7</a:t>
                </a:r>
              </a:p>
            </p:txBody>
          </p:sp>
          <p:sp>
            <p:nvSpPr>
              <p:cNvPr id="51211" name="Rectangle 11">
                <a:extLst>
                  <a:ext uri="{FF2B5EF4-FFF2-40B4-BE49-F238E27FC236}">
                    <a16:creationId xmlns:a16="http://schemas.microsoft.com/office/drawing/2014/main" id="{0BC1883A-DCE0-4D82-8DE4-793CC7ABAD43}"/>
                  </a:ext>
                </a:extLst>
              </p:cNvPr>
              <p:cNvSpPr>
                <a:spLocks noChangeArrowheads="1"/>
              </p:cNvSpPr>
              <p:nvPr/>
            </p:nvSpPr>
            <p:spPr bwMode="auto">
              <a:xfrm>
                <a:off x="144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9</a:t>
                </a:r>
              </a:p>
            </p:txBody>
          </p:sp>
        </p:grpSp>
        <p:grpSp>
          <p:nvGrpSpPr>
            <p:cNvPr id="51212" name="Group 12">
              <a:extLst>
                <a:ext uri="{FF2B5EF4-FFF2-40B4-BE49-F238E27FC236}">
                  <a16:creationId xmlns:a16="http://schemas.microsoft.com/office/drawing/2014/main" id="{D7F05B1C-0E7E-4F01-BCAC-ACAAEEDB5720}"/>
                </a:ext>
              </a:extLst>
            </p:cNvPr>
            <p:cNvGrpSpPr>
              <a:grpSpLocks/>
            </p:cNvGrpSpPr>
            <p:nvPr/>
          </p:nvGrpSpPr>
          <p:grpSpPr bwMode="auto">
            <a:xfrm>
              <a:off x="1920" y="2304"/>
              <a:ext cx="816" cy="432"/>
              <a:chOff x="2160" y="2304"/>
              <a:chExt cx="816" cy="432"/>
            </a:xfrm>
          </p:grpSpPr>
          <p:sp>
            <p:nvSpPr>
              <p:cNvPr id="51213" name="Rectangle 13">
                <a:extLst>
                  <a:ext uri="{FF2B5EF4-FFF2-40B4-BE49-F238E27FC236}">
                    <a16:creationId xmlns:a16="http://schemas.microsoft.com/office/drawing/2014/main" id="{7429F152-850E-4D1C-A3B8-3F6353D52442}"/>
                  </a:ext>
                </a:extLst>
              </p:cNvPr>
              <p:cNvSpPr>
                <a:spLocks noChangeArrowheads="1"/>
              </p:cNvSpPr>
              <p:nvPr/>
            </p:nvSpPr>
            <p:spPr bwMode="auto">
              <a:xfrm>
                <a:off x="2160" y="2304"/>
                <a:ext cx="816"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214" name="Rectangle 14">
                <a:extLst>
                  <a:ext uri="{FF2B5EF4-FFF2-40B4-BE49-F238E27FC236}">
                    <a16:creationId xmlns:a16="http://schemas.microsoft.com/office/drawing/2014/main" id="{A92F920E-9950-4986-866C-425A95FECF68}"/>
                  </a:ext>
                </a:extLst>
              </p:cNvPr>
              <p:cNvSpPr>
                <a:spLocks noChangeArrowheads="1"/>
              </p:cNvSpPr>
              <p:nvPr/>
            </p:nvSpPr>
            <p:spPr bwMode="auto">
              <a:xfrm>
                <a:off x="220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15</a:t>
                </a:r>
              </a:p>
            </p:txBody>
          </p:sp>
          <p:sp>
            <p:nvSpPr>
              <p:cNvPr id="51215" name="Rectangle 15">
                <a:extLst>
                  <a:ext uri="{FF2B5EF4-FFF2-40B4-BE49-F238E27FC236}">
                    <a16:creationId xmlns:a16="http://schemas.microsoft.com/office/drawing/2014/main" id="{924D690D-C5FF-4D81-AE89-A8AFE6888655}"/>
                  </a:ext>
                </a:extLst>
              </p:cNvPr>
              <p:cNvSpPr>
                <a:spLocks noChangeArrowheads="1"/>
              </p:cNvSpPr>
              <p:nvPr/>
            </p:nvSpPr>
            <p:spPr bwMode="auto">
              <a:xfrm>
                <a:off x="2592"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22</a:t>
                </a:r>
              </a:p>
            </p:txBody>
          </p:sp>
        </p:grpSp>
        <p:sp>
          <p:nvSpPr>
            <p:cNvPr id="51216" name="Line 16">
              <a:extLst>
                <a:ext uri="{FF2B5EF4-FFF2-40B4-BE49-F238E27FC236}">
                  <a16:creationId xmlns:a16="http://schemas.microsoft.com/office/drawing/2014/main" id="{89DB3BB3-A850-4CAC-847D-807C951F765A}"/>
                </a:ext>
              </a:extLst>
            </p:cNvPr>
            <p:cNvSpPr>
              <a:spLocks noChangeShapeType="1"/>
            </p:cNvSpPr>
            <p:nvPr/>
          </p:nvSpPr>
          <p:spPr bwMode="auto">
            <a:xfrm flipH="1">
              <a:off x="1824" y="1824"/>
              <a:ext cx="33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217" name="Line 17">
              <a:extLst>
                <a:ext uri="{FF2B5EF4-FFF2-40B4-BE49-F238E27FC236}">
                  <a16:creationId xmlns:a16="http://schemas.microsoft.com/office/drawing/2014/main" id="{E219233D-A053-4D6C-94F9-ECD36797EAA6}"/>
                </a:ext>
              </a:extLst>
            </p:cNvPr>
            <p:cNvSpPr>
              <a:spLocks noChangeShapeType="1"/>
            </p:cNvSpPr>
            <p:nvPr/>
          </p:nvSpPr>
          <p:spPr bwMode="auto">
            <a:xfrm flipH="1">
              <a:off x="2448" y="1824"/>
              <a:ext cx="9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218" name="Line 18">
              <a:extLst>
                <a:ext uri="{FF2B5EF4-FFF2-40B4-BE49-F238E27FC236}">
                  <a16:creationId xmlns:a16="http://schemas.microsoft.com/office/drawing/2014/main" id="{97E2B216-1B89-411A-8CC8-EDEA1EBCA631}"/>
                </a:ext>
              </a:extLst>
            </p:cNvPr>
            <p:cNvSpPr>
              <a:spLocks noChangeShapeType="1"/>
            </p:cNvSpPr>
            <p:nvPr/>
          </p:nvSpPr>
          <p:spPr bwMode="auto">
            <a:xfrm>
              <a:off x="2976" y="1824"/>
              <a:ext cx="14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51219" name="Group 19">
              <a:extLst>
                <a:ext uri="{FF2B5EF4-FFF2-40B4-BE49-F238E27FC236}">
                  <a16:creationId xmlns:a16="http://schemas.microsoft.com/office/drawing/2014/main" id="{9FE86284-D78B-4130-BDF2-E87045E1E20A}"/>
                </a:ext>
              </a:extLst>
            </p:cNvPr>
            <p:cNvGrpSpPr>
              <a:grpSpLocks/>
            </p:cNvGrpSpPr>
            <p:nvPr/>
          </p:nvGrpSpPr>
          <p:grpSpPr bwMode="auto">
            <a:xfrm>
              <a:off x="2832" y="2304"/>
              <a:ext cx="1632" cy="432"/>
              <a:chOff x="2832" y="2304"/>
              <a:chExt cx="1632" cy="432"/>
            </a:xfrm>
          </p:grpSpPr>
          <p:sp>
            <p:nvSpPr>
              <p:cNvPr id="51220" name="Rectangle 20">
                <a:extLst>
                  <a:ext uri="{FF2B5EF4-FFF2-40B4-BE49-F238E27FC236}">
                    <a16:creationId xmlns:a16="http://schemas.microsoft.com/office/drawing/2014/main" id="{84765CCC-DAF9-4852-9C47-A8A5290F30F3}"/>
                  </a:ext>
                </a:extLst>
              </p:cNvPr>
              <p:cNvSpPr>
                <a:spLocks noChangeArrowheads="1"/>
              </p:cNvSpPr>
              <p:nvPr/>
            </p:nvSpPr>
            <p:spPr bwMode="auto">
              <a:xfrm>
                <a:off x="2832" y="2304"/>
                <a:ext cx="1632"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221" name="Rectangle 21">
                <a:extLst>
                  <a:ext uri="{FF2B5EF4-FFF2-40B4-BE49-F238E27FC236}">
                    <a16:creationId xmlns:a16="http://schemas.microsoft.com/office/drawing/2014/main" id="{5B514BB7-D569-4BCD-A4EC-C11D84A05258}"/>
                  </a:ext>
                </a:extLst>
              </p:cNvPr>
              <p:cNvSpPr>
                <a:spLocks noChangeArrowheads="1"/>
              </p:cNvSpPr>
              <p:nvPr/>
            </p:nvSpPr>
            <p:spPr bwMode="auto">
              <a:xfrm>
                <a:off x="408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69</a:t>
                </a:r>
              </a:p>
            </p:txBody>
          </p:sp>
          <p:sp>
            <p:nvSpPr>
              <p:cNvPr id="51222" name="Rectangle 22">
                <a:extLst>
                  <a:ext uri="{FF2B5EF4-FFF2-40B4-BE49-F238E27FC236}">
                    <a16:creationId xmlns:a16="http://schemas.microsoft.com/office/drawing/2014/main" id="{CA57BD3E-695E-4B7E-A595-C789CE55198B}"/>
                  </a:ext>
                </a:extLst>
              </p:cNvPr>
              <p:cNvSpPr>
                <a:spLocks noChangeArrowheads="1"/>
              </p:cNvSpPr>
              <p:nvPr/>
            </p:nvSpPr>
            <p:spPr bwMode="auto">
              <a:xfrm>
                <a:off x="364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56</a:t>
                </a:r>
              </a:p>
            </p:txBody>
          </p:sp>
          <p:sp>
            <p:nvSpPr>
              <p:cNvPr id="51223" name="Rectangle 23">
                <a:extLst>
                  <a:ext uri="{FF2B5EF4-FFF2-40B4-BE49-F238E27FC236}">
                    <a16:creationId xmlns:a16="http://schemas.microsoft.com/office/drawing/2014/main" id="{D8309896-DF06-432B-B184-FEB19FFD2A7C}"/>
                  </a:ext>
                </a:extLst>
              </p:cNvPr>
              <p:cNvSpPr>
                <a:spLocks noChangeArrowheads="1"/>
              </p:cNvSpPr>
              <p:nvPr/>
            </p:nvSpPr>
            <p:spPr bwMode="auto">
              <a:xfrm>
                <a:off x="288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31</a:t>
                </a:r>
              </a:p>
            </p:txBody>
          </p:sp>
          <p:sp>
            <p:nvSpPr>
              <p:cNvPr id="51224" name="Rectangle 24">
                <a:extLst>
                  <a:ext uri="{FF2B5EF4-FFF2-40B4-BE49-F238E27FC236}">
                    <a16:creationId xmlns:a16="http://schemas.microsoft.com/office/drawing/2014/main" id="{AF70D00E-0594-4C7A-85E4-DC287FED5BD5}"/>
                  </a:ext>
                </a:extLst>
              </p:cNvPr>
              <p:cNvSpPr>
                <a:spLocks noChangeArrowheads="1"/>
              </p:cNvSpPr>
              <p:nvPr/>
            </p:nvSpPr>
            <p:spPr bwMode="auto">
              <a:xfrm>
                <a:off x="3264"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43</a:t>
                </a:r>
              </a:p>
            </p:txBody>
          </p:sp>
        </p:grpSp>
      </p:grpSp>
      <p:sp>
        <p:nvSpPr>
          <p:cNvPr id="51225" name="Text Box 25">
            <a:extLst>
              <a:ext uri="{FF2B5EF4-FFF2-40B4-BE49-F238E27FC236}">
                <a16:creationId xmlns:a16="http://schemas.microsoft.com/office/drawing/2014/main" id="{285FC5F8-77FE-4941-8295-B6EE88BF0024}"/>
              </a:ext>
            </a:extLst>
          </p:cNvPr>
          <p:cNvSpPr txBox="1">
            <a:spLocks noChangeArrowheads="1"/>
          </p:cNvSpPr>
          <p:nvPr/>
        </p:nvSpPr>
        <p:spPr bwMode="auto">
          <a:xfrm>
            <a:off x="5188348" y="4950896"/>
            <a:ext cx="1086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a:t>Delete 22</a:t>
            </a:r>
            <a:endParaRPr lang="en-GB" altLang="en-US" sz="2800" i="1">
              <a:effectLst>
                <a:outerShdw blurRad="38100" dist="38100" dir="2700000" algn="tl">
                  <a:srgbClr val="C0C0C0"/>
                </a:outerShdw>
              </a:effectLst>
            </a:endParaRPr>
          </a:p>
        </p:txBody>
      </p:sp>
      <p:grpSp>
        <p:nvGrpSpPr>
          <p:cNvPr id="51230" name="Group 30">
            <a:extLst>
              <a:ext uri="{FF2B5EF4-FFF2-40B4-BE49-F238E27FC236}">
                <a16:creationId xmlns:a16="http://schemas.microsoft.com/office/drawing/2014/main" id="{DCDB2F08-6C42-41C0-B36D-A6B3290E7A5D}"/>
              </a:ext>
            </a:extLst>
          </p:cNvPr>
          <p:cNvGrpSpPr>
            <a:grpSpLocks/>
          </p:cNvGrpSpPr>
          <p:nvPr/>
        </p:nvGrpSpPr>
        <p:grpSpPr bwMode="auto">
          <a:xfrm>
            <a:off x="5181600" y="3816352"/>
            <a:ext cx="533400" cy="1208088"/>
            <a:chOff x="2304" y="2404"/>
            <a:chExt cx="336" cy="761"/>
          </a:xfrm>
        </p:grpSpPr>
        <p:sp>
          <p:nvSpPr>
            <p:cNvPr id="51226" name="Line 26">
              <a:extLst>
                <a:ext uri="{FF2B5EF4-FFF2-40B4-BE49-F238E27FC236}">
                  <a16:creationId xmlns:a16="http://schemas.microsoft.com/office/drawing/2014/main" id="{C8098663-7AC0-466B-82B9-632091CA7562}"/>
                </a:ext>
              </a:extLst>
            </p:cNvPr>
            <p:cNvSpPr>
              <a:spLocks noChangeShapeType="1"/>
            </p:cNvSpPr>
            <p:nvPr/>
          </p:nvSpPr>
          <p:spPr bwMode="auto">
            <a:xfrm flipH="1" flipV="1">
              <a:off x="2592" y="2784"/>
              <a:ext cx="48" cy="33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51227" name="Rectangle 27">
              <a:extLst>
                <a:ext uri="{FF2B5EF4-FFF2-40B4-BE49-F238E27FC236}">
                  <a16:creationId xmlns:a16="http://schemas.microsoft.com/office/drawing/2014/main" id="{13F6D6BE-2478-4907-B6DB-48C97B2C3730}"/>
                </a:ext>
              </a:extLst>
            </p:cNvPr>
            <p:cNvSpPr>
              <a:spLocks noChangeArrowheads="1"/>
            </p:cNvSpPr>
            <p:nvPr/>
          </p:nvSpPr>
          <p:spPr bwMode="auto">
            <a:xfrm>
              <a:off x="2352" y="2404"/>
              <a:ext cx="116" cy="233"/>
            </a:xfrm>
            <a:prstGeom prst="rect">
              <a:avLst/>
            </a:prstGeom>
            <a:solidFill>
              <a:schemeClr val="accent1"/>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51229" name="Rectangle 29">
              <a:extLst>
                <a:ext uri="{FF2B5EF4-FFF2-40B4-BE49-F238E27FC236}">
                  <a16:creationId xmlns:a16="http://schemas.microsoft.com/office/drawing/2014/main" id="{F1539318-96F4-4E60-8A4A-9515B1D1A7CD}"/>
                </a:ext>
              </a:extLst>
            </p:cNvPr>
            <p:cNvSpPr>
              <a:spLocks noChangeArrowheads="1"/>
            </p:cNvSpPr>
            <p:nvPr/>
          </p:nvSpPr>
          <p:spPr bwMode="auto">
            <a:xfrm>
              <a:off x="2304" y="2932"/>
              <a:ext cx="116" cy="233"/>
            </a:xfrm>
            <a:prstGeom prst="rect">
              <a:avLst/>
            </a:prstGeom>
            <a:solidFill>
              <a:schemeClr val="bg1"/>
            </a:soli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grpSp>
      <p:grpSp>
        <p:nvGrpSpPr>
          <p:cNvPr id="51236" name="Group 36">
            <a:extLst>
              <a:ext uri="{FF2B5EF4-FFF2-40B4-BE49-F238E27FC236}">
                <a16:creationId xmlns:a16="http://schemas.microsoft.com/office/drawing/2014/main" id="{FDED75AC-7B03-4788-B8D7-75C23F8246BB}"/>
              </a:ext>
            </a:extLst>
          </p:cNvPr>
          <p:cNvGrpSpPr>
            <a:grpSpLocks/>
          </p:cNvGrpSpPr>
          <p:nvPr/>
        </p:nvGrpSpPr>
        <p:grpSpPr bwMode="auto">
          <a:xfrm>
            <a:off x="5638800" y="2846390"/>
            <a:ext cx="3417888" cy="735013"/>
            <a:chOff x="2592" y="1793"/>
            <a:chExt cx="2153" cy="463"/>
          </a:xfrm>
        </p:grpSpPr>
        <p:grpSp>
          <p:nvGrpSpPr>
            <p:cNvPr id="51234" name="Group 34">
              <a:extLst>
                <a:ext uri="{FF2B5EF4-FFF2-40B4-BE49-F238E27FC236}">
                  <a16:creationId xmlns:a16="http://schemas.microsoft.com/office/drawing/2014/main" id="{C111B86A-EA11-4439-9E6E-8A989D9DD355}"/>
                </a:ext>
              </a:extLst>
            </p:cNvPr>
            <p:cNvGrpSpPr>
              <a:grpSpLocks/>
            </p:cNvGrpSpPr>
            <p:nvPr/>
          </p:nvGrpSpPr>
          <p:grpSpPr bwMode="auto">
            <a:xfrm>
              <a:off x="2592" y="1872"/>
              <a:ext cx="384" cy="384"/>
              <a:chOff x="2592" y="1872"/>
              <a:chExt cx="384" cy="384"/>
            </a:xfrm>
          </p:grpSpPr>
          <p:sp>
            <p:nvSpPr>
              <p:cNvPr id="51232" name="Line 32">
                <a:extLst>
                  <a:ext uri="{FF2B5EF4-FFF2-40B4-BE49-F238E27FC236}">
                    <a16:creationId xmlns:a16="http://schemas.microsoft.com/office/drawing/2014/main" id="{98E5F7C8-6EA6-484E-9287-20DE8A4E206C}"/>
                  </a:ext>
                </a:extLst>
              </p:cNvPr>
              <p:cNvSpPr>
                <a:spLocks noChangeShapeType="1"/>
              </p:cNvSpPr>
              <p:nvPr/>
            </p:nvSpPr>
            <p:spPr bwMode="auto">
              <a:xfrm flipH="1" flipV="1">
                <a:off x="2880" y="1872"/>
                <a:ext cx="96" cy="384"/>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51233" name="Line 33">
                <a:extLst>
                  <a:ext uri="{FF2B5EF4-FFF2-40B4-BE49-F238E27FC236}">
                    <a16:creationId xmlns:a16="http://schemas.microsoft.com/office/drawing/2014/main" id="{0D292ED2-8151-47DA-9068-1344747E7AED}"/>
                  </a:ext>
                </a:extLst>
              </p:cNvPr>
              <p:cNvSpPr>
                <a:spLocks noChangeShapeType="1"/>
              </p:cNvSpPr>
              <p:nvPr/>
            </p:nvSpPr>
            <p:spPr bwMode="auto">
              <a:xfrm flipH="1">
                <a:off x="2592" y="1872"/>
                <a:ext cx="48" cy="384"/>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grpSp>
        <p:sp>
          <p:nvSpPr>
            <p:cNvPr id="51235" name="Text Box 35">
              <a:extLst>
                <a:ext uri="{FF2B5EF4-FFF2-40B4-BE49-F238E27FC236}">
                  <a16:creationId xmlns:a16="http://schemas.microsoft.com/office/drawing/2014/main" id="{0DAC8A90-DCD7-4877-8772-49B527EAAC98}"/>
                </a:ext>
              </a:extLst>
            </p:cNvPr>
            <p:cNvSpPr txBox="1">
              <a:spLocks noChangeArrowheads="1"/>
            </p:cNvSpPr>
            <p:nvPr/>
          </p:nvSpPr>
          <p:spPr bwMode="auto">
            <a:xfrm>
              <a:off x="3382" y="1793"/>
              <a:ext cx="1363"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a:t>Demote root key and</a:t>
              </a:r>
            </a:p>
            <a:p>
              <a:pPr algn="ctr"/>
              <a:r>
                <a:rPr lang="en-GB" altLang="en-US"/>
                <a:t>promote leaf key</a:t>
              </a:r>
              <a:endParaRPr lang="en-GB" altLang="en-US" sz="2800" i="1">
                <a:effectLst>
                  <a:outerShdw blurRad="38100" dist="38100" dir="2700000" algn="tl">
                    <a:srgbClr val="C0C0C0"/>
                  </a:outerShdw>
                </a:effectLst>
              </a:endParaRPr>
            </a:p>
          </p:txBody>
        </p:sp>
      </p:grpSp>
      <p:sp>
        <p:nvSpPr>
          <p:cNvPr id="51237" name="Text Box 37">
            <a:extLst>
              <a:ext uri="{FF2B5EF4-FFF2-40B4-BE49-F238E27FC236}">
                <a16:creationId xmlns:a16="http://schemas.microsoft.com/office/drawing/2014/main" id="{77EDE25F-F897-40F2-BE7E-5D23BA4011C7}"/>
              </a:ext>
            </a:extLst>
          </p:cNvPr>
          <p:cNvSpPr txBox="1">
            <a:spLocks noChangeArrowheads="1"/>
          </p:cNvSpPr>
          <p:nvPr/>
        </p:nvSpPr>
        <p:spPr bwMode="auto">
          <a:xfrm>
            <a:off x="6894708" y="5864326"/>
            <a:ext cx="31571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sz="1400" i="1"/>
              <a:t>Note when printed: this slide is animated</a:t>
            </a:r>
            <a:endParaRPr lang="en-GB" altLang="en-US" sz="2800" i="1">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12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1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ooter Placeholder 20">
            <a:extLst>
              <a:ext uri="{FF2B5EF4-FFF2-40B4-BE49-F238E27FC236}">
                <a16:creationId xmlns:a16="http://schemas.microsoft.com/office/drawing/2014/main" id="{6378AE08-EE6D-4471-862E-F9FF94584F83}"/>
              </a:ext>
            </a:extLst>
          </p:cNvPr>
          <p:cNvSpPr>
            <a:spLocks noGrp="1"/>
          </p:cNvSpPr>
          <p:nvPr>
            <p:ph type="ftr" sz="quarter" idx="10"/>
          </p:nvPr>
        </p:nvSpPr>
        <p:spPr/>
        <p:txBody>
          <a:bodyPr/>
          <a:lstStyle/>
          <a:p>
            <a:r>
              <a:rPr lang="en-US" altLang="en-US"/>
              <a:t>B-Trees</a:t>
            </a:r>
          </a:p>
        </p:txBody>
      </p:sp>
      <p:sp>
        <p:nvSpPr>
          <p:cNvPr id="22" name="Slide Number Placeholder 21">
            <a:extLst>
              <a:ext uri="{FF2B5EF4-FFF2-40B4-BE49-F238E27FC236}">
                <a16:creationId xmlns:a16="http://schemas.microsoft.com/office/drawing/2014/main" id="{EAD05570-84C3-4F8E-A16C-B2EDF156016B}"/>
              </a:ext>
            </a:extLst>
          </p:cNvPr>
          <p:cNvSpPr>
            <a:spLocks noGrp="1"/>
          </p:cNvSpPr>
          <p:nvPr>
            <p:ph type="sldNum" sz="quarter" idx="11"/>
          </p:nvPr>
        </p:nvSpPr>
        <p:spPr/>
        <p:txBody>
          <a:bodyPr/>
          <a:lstStyle/>
          <a:p>
            <a:fld id="{305C550A-3EE5-4438-A691-1F8A9DF586D8}" type="slidenum">
              <a:rPr lang="en-US" altLang="en-US"/>
              <a:pPr/>
              <a:t>42</a:t>
            </a:fld>
            <a:endParaRPr lang="en-US" altLang="en-US"/>
          </a:p>
        </p:txBody>
      </p:sp>
      <p:sp>
        <p:nvSpPr>
          <p:cNvPr id="52237" name="Rectangle 13">
            <a:extLst>
              <a:ext uri="{FF2B5EF4-FFF2-40B4-BE49-F238E27FC236}">
                <a16:creationId xmlns:a16="http://schemas.microsoft.com/office/drawing/2014/main" id="{AFC10541-B769-4A34-A598-B2029986C593}"/>
              </a:ext>
            </a:extLst>
          </p:cNvPr>
          <p:cNvSpPr>
            <a:spLocks noChangeArrowheads="1"/>
          </p:cNvSpPr>
          <p:nvPr/>
        </p:nvSpPr>
        <p:spPr bwMode="auto">
          <a:xfrm>
            <a:off x="4572000" y="3657600"/>
            <a:ext cx="1295400" cy="685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226" name="Rectangle 2">
            <a:extLst>
              <a:ext uri="{FF2B5EF4-FFF2-40B4-BE49-F238E27FC236}">
                <a16:creationId xmlns:a16="http://schemas.microsoft.com/office/drawing/2014/main" id="{F37D7E7F-7C77-4E92-B517-2371803595AB}"/>
              </a:ext>
            </a:extLst>
          </p:cNvPr>
          <p:cNvSpPr>
            <a:spLocks noGrp="1" noChangeArrowheads="1"/>
          </p:cNvSpPr>
          <p:nvPr>
            <p:ph type="title"/>
          </p:nvPr>
        </p:nvSpPr>
        <p:spPr>
          <a:ln/>
        </p:spPr>
        <p:txBody>
          <a:bodyPr/>
          <a:lstStyle/>
          <a:p>
            <a:r>
              <a:rPr lang="en-GB" altLang="en-US"/>
              <a:t>Type #3: Enough siblings</a:t>
            </a:r>
          </a:p>
        </p:txBody>
      </p:sp>
      <p:sp>
        <p:nvSpPr>
          <p:cNvPr id="52229" name="Rectangle 5">
            <a:extLst>
              <a:ext uri="{FF2B5EF4-FFF2-40B4-BE49-F238E27FC236}">
                <a16:creationId xmlns:a16="http://schemas.microsoft.com/office/drawing/2014/main" id="{5B3C5D53-C119-42BE-820D-061478036368}"/>
              </a:ext>
            </a:extLst>
          </p:cNvPr>
          <p:cNvSpPr>
            <a:spLocks noChangeArrowheads="1"/>
          </p:cNvSpPr>
          <p:nvPr/>
        </p:nvSpPr>
        <p:spPr bwMode="auto">
          <a:xfrm>
            <a:off x="4953000" y="2209800"/>
            <a:ext cx="1295400" cy="685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230" name="Rectangle 6">
            <a:extLst>
              <a:ext uri="{FF2B5EF4-FFF2-40B4-BE49-F238E27FC236}">
                <a16:creationId xmlns:a16="http://schemas.microsoft.com/office/drawing/2014/main" id="{3949C119-098D-4DE3-BA93-2CFAB8A6D831}"/>
              </a:ext>
            </a:extLst>
          </p:cNvPr>
          <p:cNvSpPr>
            <a:spLocks noChangeArrowheads="1"/>
          </p:cNvSpPr>
          <p:nvPr/>
        </p:nvSpPr>
        <p:spPr bwMode="auto">
          <a:xfrm>
            <a:off x="5029200" y="2286000"/>
            <a:ext cx="533400" cy="53340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12</a:t>
            </a:r>
          </a:p>
        </p:txBody>
      </p:sp>
      <p:sp>
        <p:nvSpPr>
          <p:cNvPr id="52231" name="Rectangle 7">
            <a:extLst>
              <a:ext uri="{FF2B5EF4-FFF2-40B4-BE49-F238E27FC236}">
                <a16:creationId xmlns:a16="http://schemas.microsoft.com/office/drawing/2014/main" id="{742DE9C1-62EF-4F88-AEB8-2976DE0040D7}"/>
              </a:ext>
            </a:extLst>
          </p:cNvPr>
          <p:cNvSpPr>
            <a:spLocks noChangeArrowheads="1"/>
          </p:cNvSpPr>
          <p:nvPr/>
        </p:nvSpPr>
        <p:spPr bwMode="auto">
          <a:xfrm>
            <a:off x="5257800" y="3733800"/>
            <a:ext cx="533400" cy="53340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29</a:t>
            </a:r>
          </a:p>
        </p:txBody>
      </p:sp>
      <p:sp>
        <p:nvSpPr>
          <p:cNvPr id="52233" name="Rectangle 9">
            <a:extLst>
              <a:ext uri="{FF2B5EF4-FFF2-40B4-BE49-F238E27FC236}">
                <a16:creationId xmlns:a16="http://schemas.microsoft.com/office/drawing/2014/main" id="{9320EB0A-D17B-4F3A-8E23-E5622BF7F859}"/>
              </a:ext>
            </a:extLst>
          </p:cNvPr>
          <p:cNvSpPr>
            <a:spLocks noChangeArrowheads="1"/>
          </p:cNvSpPr>
          <p:nvPr/>
        </p:nvSpPr>
        <p:spPr bwMode="auto">
          <a:xfrm>
            <a:off x="3124200" y="3657600"/>
            <a:ext cx="1295400" cy="685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234" name="Rectangle 10">
            <a:extLst>
              <a:ext uri="{FF2B5EF4-FFF2-40B4-BE49-F238E27FC236}">
                <a16:creationId xmlns:a16="http://schemas.microsoft.com/office/drawing/2014/main" id="{33BAD682-5E28-4330-A80B-5FDE4325F303}"/>
              </a:ext>
            </a:extLst>
          </p:cNvPr>
          <p:cNvSpPr>
            <a:spLocks noChangeArrowheads="1"/>
          </p:cNvSpPr>
          <p:nvPr/>
        </p:nvSpPr>
        <p:spPr bwMode="auto">
          <a:xfrm>
            <a:off x="3200400" y="3733800"/>
            <a:ext cx="533400" cy="53340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7</a:t>
            </a:r>
          </a:p>
        </p:txBody>
      </p:sp>
      <p:sp>
        <p:nvSpPr>
          <p:cNvPr id="52235" name="Rectangle 11">
            <a:extLst>
              <a:ext uri="{FF2B5EF4-FFF2-40B4-BE49-F238E27FC236}">
                <a16:creationId xmlns:a16="http://schemas.microsoft.com/office/drawing/2014/main" id="{690C0806-19BF-4429-BF6D-F3AD607330B0}"/>
              </a:ext>
            </a:extLst>
          </p:cNvPr>
          <p:cNvSpPr>
            <a:spLocks noChangeArrowheads="1"/>
          </p:cNvSpPr>
          <p:nvPr/>
        </p:nvSpPr>
        <p:spPr bwMode="auto">
          <a:xfrm>
            <a:off x="3810000" y="3733800"/>
            <a:ext cx="533400" cy="53340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9</a:t>
            </a:r>
          </a:p>
        </p:txBody>
      </p:sp>
      <p:sp>
        <p:nvSpPr>
          <p:cNvPr id="52238" name="Rectangle 14">
            <a:extLst>
              <a:ext uri="{FF2B5EF4-FFF2-40B4-BE49-F238E27FC236}">
                <a16:creationId xmlns:a16="http://schemas.microsoft.com/office/drawing/2014/main" id="{F9DCDC2D-AC28-494D-A98A-10CDBAA26519}"/>
              </a:ext>
            </a:extLst>
          </p:cNvPr>
          <p:cNvSpPr>
            <a:spLocks noChangeArrowheads="1"/>
          </p:cNvSpPr>
          <p:nvPr/>
        </p:nvSpPr>
        <p:spPr bwMode="auto">
          <a:xfrm>
            <a:off x="4648200" y="3733800"/>
            <a:ext cx="533400" cy="53340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15</a:t>
            </a:r>
          </a:p>
        </p:txBody>
      </p:sp>
      <p:sp>
        <p:nvSpPr>
          <p:cNvPr id="52240" name="Line 16">
            <a:extLst>
              <a:ext uri="{FF2B5EF4-FFF2-40B4-BE49-F238E27FC236}">
                <a16:creationId xmlns:a16="http://schemas.microsoft.com/office/drawing/2014/main" id="{9FD9F6D1-2FE7-4B02-84CA-7A5C89435907}"/>
              </a:ext>
            </a:extLst>
          </p:cNvPr>
          <p:cNvSpPr>
            <a:spLocks noChangeShapeType="1"/>
          </p:cNvSpPr>
          <p:nvPr/>
        </p:nvSpPr>
        <p:spPr bwMode="auto">
          <a:xfrm flipH="1">
            <a:off x="4419600" y="2895600"/>
            <a:ext cx="533400" cy="762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241" name="Line 17">
            <a:extLst>
              <a:ext uri="{FF2B5EF4-FFF2-40B4-BE49-F238E27FC236}">
                <a16:creationId xmlns:a16="http://schemas.microsoft.com/office/drawing/2014/main" id="{DA7CD5D3-67C9-47A2-B607-0AA63F8DDEF1}"/>
              </a:ext>
            </a:extLst>
          </p:cNvPr>
          <p:cNvSpPr>
            <a:spLocks noChangeShapeType="1"/>
          </p:cNvSpPr>
          <p:nvPr/>
        </p:nvSpPr>
        <p:spPr bwMode="auto">
          <a:xfrm flipH="1">
            <a:off x="5410200" y="2895600"/>
            <a:ext cx="152400" cy="762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242" name="Line 18">
            <a:extLst>
              <a:ext uri="{FF2B5EF4-FFF2-40B4-BE49-F238E27FC236}">
                <a16:creationId xmlns:a16="http://schemas.microsoft.com/office/drawing/2014/main" id="{903A7039-FF7E-4DA0-9BA6-34C2A946B0C2}"/>
              </a:ext>
            </a:extLst>
          </p:cNvPr>
          <p:cNvSpPr>
            <a:spLocks noChangeShapeType="1"/>
          </p:cNvSpPr>
          <p:nvPr/>
        </p:nvSpPr>
        <p:spPr bwMode="auto">
          <a:xfrm>
            <a:off x="6248400" y="2895600"/>
            <a:ext cx="381000" cy="762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247" name="Rectangle 23">
            <a:extLst>
              <a:ext uri="{FF2B5EF4-FFF2-40B4-BE49-F238E27FC236}">
                <a16:creationId xmlns:a16="http://schemas.microsoft.com/office/drawing/2014/main" id="{BF5E962A-52DE-46F7-8BF3-E7D7DDE87FA5}"/>
              </a:ext>
            </a:extLst>
          </p:cNvPr>
          <p:cNvSpPr>
            <a:spLocks noChangeArrowheads="1"/>
          </p:cNvSpPr>
          <p:nvPr/>
        </p:nvSpPr>
        <p:spPr bwMode="auto">
          <a:xfrm>
            <a:off x="5638800" y="2286000"/>
            <a:ext cx="533400" cy="53340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31</a:t>
            </a:r>
          </a:p>
        </p:txBody>
      </p:sp>
      <p:grpSp>
        <p:nvGrpSpPr>
          <p:cNvPr id="52249" name="Group 25">
            <a:extLst>
              <a:ext uri="{FF2B5EF4-FFF2-40B4-BE49-F238E27FC236}">
                <a16:creationId xmlns:a16="http://schemas.microsoft.com/office/drawing/2014/main" id="{734738FB-2BFA-4F66-AEA5-87E3290A9A51}"/>
              </a:ext>
            </a:extLst>
          </p:cNvPr>
          <p:cNvGrpSpPr>
            <a:grpSpLocks/>
          </p:cNvGrpSpPr>
          <p:nvPr/>
        </p:nvGrpSpPr>
        <p:grpSpPr bwMode="auto">
          <a:xfrm>
            <a:off x="6629400" y="3657600"/>
            <a:ext cx="1981200" cy="685800"/>
            <a:chOff x="3216" y="2304"/>
            <a:chExt cx="1248" cy="432"/>
          </a:xfrm>
        </p:grpSpPr>
        <p:sp>
          <p:nvSpPr>
            <p:cNvPr id="52244" name="Rectangle 20">
              <a:extLst>
                <a:ext uri="{FF2B5EF4-FFF2-40B4-BE49-F238E27FC236}">
                  <a16:creationId xmlns:a16="http://schemas.microsoft.com/office/drawing/2014/main" id="{8127BE34-C62C-4144-A395-2AB201B86903}"/>
                </a:ext>
              </a:extLst>
            </p:cNvPr>
            <p:cNvSpPr>
              <a:spLocks noChangeArrowheads="1"/>
            </p:cNvSpPr>
            <p:nvPr/>
          </p:nvSpPr>
          <p:spPr bwMode="auto">
            <a:xfrm>
              <a:off x="3216" y="2304"/>
              <a:ext cx="1248" cy="43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245" name="Rectangle 21">
              <a:extLst>
                <a:ext uri="{FF2B5EF4-FFF2-40B4-BE49-F238E27FC236}">
                  <a16:creationId xmlns:a16="http://schemas.microsoft.com/office/drawing/2014/main" id="{13DDF94A-D6B1-4F2B-A9F1-DA29C8EFAAE7}"/>
                </a:ext>
              </a:extLst>
            </p:cNvPr>
            <p:cNvSpPr>
              <a:spLocks noChangeArrowheads="1"/>
            </p:cNvSpPr>
            <p:nvPr/>
          </p:nvSpPr>
          <p:spPr bwMode="auto">
            <a:xfrm>
              <a:off x="4080"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69</a:t>
              </a:r>
            </a:p>
          </p:txBody>
        </p:sp>
        <p:sp>
          <p:nvSpPr>
            <p:cNvPr id="52246" name="Rectangle 22">
              <a:extLst>
                <a:ext uri="{FF2B5EF4-FFF2-40B4-BE49-F238E27FC236}">
                  <a16:creationId xmlns:a16="http://schemas.microsoft.com/office/drawing/2014/main" id="{2826D75A-DC67-4A78-871E-61CBAAF80CF0}"/>
                </a:ext>
              </a:extLst>
            </p:cNvPr>
            <p:cNvSpPr>
              <a:spLocks noChangeArrowheads="1"/>
            </p:cNvSpPr>
            <p:nvPr/>
          </p:nvSpPr>
          <p:spPr bwMode="auto">
            <a:xfrm>
              <a:off x="3648"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56</a:t>
              </a:r>
            </a:p>
          </p:txBody>
        </p:sp>
        <p:sp>
          <p:nvSpPr>
            <p:cNvPr id="52248" name="Rectangle 24">
              <a:extLst>
                <a:ext uri="{FF2B5EF4-FFF2-40B4-BE49-F238E27FC236}">
                  <a16:creationId xmlns:a16="http://schemas.microsoft.com/office/drawing/2014/main" id="{7BFCCC16-CFB7-4EF1-A857-1D441A0C3E69}"/>
                </a:ext>
              </a:extLst>
            </p:cNvPr>
            <p:cNvSpPr>
              <a:spLocks noChangeArrowheads="1"/>
            </p:cNvSpPr>
            <p:nvPr/>
          </p:nvSpPr>
          <p:spPr bwMode="auto">
            <a:xfrm>
              <a:off x="3264" y="2352"/>
              <a:ext cx="336" cy="336"/>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i="1">
                  <a:effectLst>
                    <a:outerShdw blurRad="38100" dist="38100" dir="2700000" algn="tl">
                      <a:srgbClr val="C0C0C0"/>
                    </a:outerShdw>
                  </a:effectLst>
                </a:rPr>
                <a:t>43</a:t>
              </a:r>
            </a:p>
          </p:txBody>
        </p:sp>
      </p:grpSp>
      <p:sp>
        <p:nvSpPr>
          <p:cNvPr id="52250" name="Text Box 26">
            <a:extLst>
              <a:ext uri="{FF2B5EF4-FFF2-40B4-BE49-F238E27FC236}">
                <a16:creationId xmlns:a16="http://schemas.microsoft.com/office/drawing/2014/main" id="{13D7B6E3-5589-4CF1-B523-8B72AEC5E362}"/>
              </a:ext>
            </a:extLst>
          </p:cNvPr>
          <p:cNvSpPr txBox="1">
            <a:spLocks noChangeArrowheads="1"/>
          </p:cNvSpPr>
          <p:nvPr/>
        </p:nvSpPr>
        <p:spPr bwMode="auto">
          <a:xfrm>
            <a:off x="6894708" y="5864326"/>
            <a:ext cx="31571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GB" altLang="en-US" sz="1400" i="1"/>
              <a:t>Note when printed: this slide is animated</a:t>
            </a:r>
            <a:endParaRPr lang="en-GB" altLang="en-US" sz="2800" i="1">
              <a:effectLst>
                <a:outerShdw blurRad="38100" dist="38100" dir="2700000" algn="tl">
                  <a:srgbClr val="C0C0C0"/>
                </a:outerShdw>
              </a:effectLs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47ED45-D13E-4C7C-9813-890A82D3FCCA}"/>
              </a:ext>
            </a:extLst>
          </p:cNvPr>
          <p:cNvSpPr>
            <a:spLocks noGrp="1"/>
          </p:cNvSpPr>
          <p:nvPr>
            <p:ph type="ftr" sz="quarter" idx="10"/>
          </p:nvPr>
        </p:nvSpPr>
        <p:spPr/>
        <p:txBody>
          <a:bodyPr/>
          <a:lstStyle/>
          <a:p>
            <a:r>
              <a:rPr lang="en-US" altLang="en-US"/>
              <a:t>B-Trees</a:t>
            </a:r>
          </a:p>
        </p:txBody>
      </p:sp>
      <p:sp>
        <p:nvSpPr>
          <p:cNvPr id="5" name="Slide Number Placeholder 4">
            <a:extLst>
              <a:ext uri="{FF2B5EF4-FFF2-40B4-BE49-F238E27FC236}">
                <a16:creationId xmlns:a16="http://schemas.microsoft.com/office/drawing/2014/main" id="{D4FE674B-B013-48A3-939A-0C04B44A54F5}"/>
              </a:ext>
            </a:extLst>
          </p:cNvPr>
          <p:cNvSpPr>
            <a:spLocks noGrp="1"/>
          </p:cNvSpPr>
          <p:nvPr>
            <p:ph type="sldNum" sz="quarter" idx="11"/>
          </p:nvPr>
        </p:nvSpPr>
        <p:spPr/>
        <p:txBody>
          <a:bodyPr/>
          <a:lstStyle/>
          <a:p>
            <a:fld id="{1016B652-04FA-43D7-9033-BB0332ECB1B3}" type="slidenum">
              <a:rPr lang="en-US" altLang="en-US"/>
              <a:pPr/>
              <a:t>43</a:t>
            </a:fld>
            <a:endParaRPr lang="en-US" altLang="en-US"/>
          </a:p>
        </p:txBody>
      </p:sp>
      <p:sp>
        <p:nvSpPr>
          <p:cNvPr id="44034" name="Rectangle 2">
            <a:extLst>
              <a:ext uri="{FF2B5EF4-FFF2-40B4-BE49-F238E27FC236}">
                <a16:creationId xmlns:a16="http://schemas.microsoft.com/office/drawing/2014/main" id="{1DF3F810-1F41-4817-ACC2-F7DBD58FF2FF}"/>
              </a:ext>
            </a:extLst>
          </p:cNvPr>
          <p:cNvSpPr>
            <a:spLocks noGrp="1" noChangeArrowheads="1"/>
          </p:cNvSpPr>
          <p:nvPr>
            <p:ph type="title"/>
          </p:nvPr>
        </p:nvSpPr>
        <p:spPr>
          <a:ln/>
        </p:spPr>
        <p:txBody>
          <a:bodyPr/>
          <a:lstStyle/>
          <a:p>
            <a:r>
              <a:rPr lang="en-GB" altLang="en-US"/>
              <a:t>Exercise in Removal from a B-Tree</a:t>
            </a:r>
          </a:p>
        </p:txBody>
      </p:sp>
      <p:sp>
        <p:nvSpPr>
          <p:cNvPr id="44035" name="Rectangle 3">
            <a:extLst>
              <a:ext uri="{FF2B5EF4-FFF2-40B4-BE49-F238E27FC236}">
                <a16:creationId xmlns:a16="http://schemas.microsoft.com/office/drawing/2014/main" id="{8E02B4F7-1817-418B-91CA-1E431BAB804F}"/>
              </a:ext>
            </a:extLst>
          </p:cNvPr>
          <p:cNvSpPr>
            <a:spLocks noGrp="1" noChangeArrowheads="1"/>
          </p:cNvSpPr>
          <p:nvPr>
            <p:ph type="body" idx="1"/>
          </p:nvPr>
        </p:nvSpPr>
        <p:spPr>
          <a:ln/>
        </p:spPr>
        <p:txBody>
          <a:bodyPr/>
          <a:lstStyle/>
          <a:p>
            <a:r>
              <a:rPr lang="en-GB" altLang="en-US"/>
              <a:t>Given 5-way B-tree created by these data (last exercise):</a:t>
            </a:r>
          </a:p>
          <a:p>
            <a:r>
              <a:rPr lang="en-GB" altLang="en-US"/>
              <a:t>3, 7, 9, 23, 45, 1, 5, 14, 25, 24, 13, 11, 8, 19, 4, 31, 35, 56</a:t>
            </a:r>
          </a:p>
          <a:p>
            <a:endParaRPr lang="en-GB" altLang="en-US"/>
          </a:p>
          <a:p>
            <a:r>
              <a:rPr lang="en-GB" altLang="en-US"/>
              <a:t>Add these further keys: 2, 6,12</a:t>
            </a:r>
          </a:p>
          <a:p>
            <a:endParaRPr lang="en-GB" altLang="en-US"/>
          </a:p>
          <a:p>
            <a:r>
              <a:rPr lang="en-GB" altLang="en-US"/>
              <a:t>Delete these keys: 4, 5, 7, 3, 14</a:t>
            </a:r>
          </a:p>
          <a:p>
            <a:endParaRPr lang="en-GB" altLang="en-US"/>
          </a:p>
          <a:p>
            <a:r>
              <a:rPr lang="en-GB" altLang="en-US"/>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C2BE217-E425-47CF-BFAB-0F772CE88222}"/>
              </a:ext>
            </a:extLst>
          </p:cNvPr>
          <p:cNvSpPr>
            <a:spLocks noGrp="1"/>
          </p:cNvSpPr>
          <p:nvPr>
            <p:ph type="ftr" sz="quarter" idx="10"/>
          </p:nvPr>
        </p:nvSpPr>
        <p:spPr/>
        <p:txBody>
          <a:bodyPr/>
          <a:lstStyle/>
          <a:p>
            <a:r>
              <a:rPr lang="en-US" altLang="en-US"/>
              <a:t>B-Trees</a:t>
            </a:r>
          </a:p>
        </p:txBody>
      </p:sp>
      <p:sp>
        <p:nvSpPr>
          <p:cNvPr id="5" name="Slide Number Placeholder 4">
            <a:extLst>
              <a:ext uri="{FF2B5EF4-FFF2-40B4-BE49-F238E27FC236}">
                <a16:creationId xmlns:a16="http://schemas.microsoft.com/office/drawing/2014/main" id="{C47A149B-FDF1-4F04-AB1B-EB66B38C59D2}"/>
              </a:ext>
            </a:extLst>
          </p:cNvPr>
          <p:cNvSpPr>
            <a:spLocks noGrp="1"/>
          </p:cNvSpPr>
          <p:nvPr>
            <p:ph type="sldNum" sz="quarter" idx="11"/>
          </p:nvPr>
        </p:nvSpPr>
        <p:spPr/>
        <p:txBody>
          <a:bodyPr/>
          <a:lstStyle/>
          <a:p>
            <a:fld id="{B061DCEE-C466-410D-854C-8DD574EDB7CB}" type="slidenum">
              <a:rPr lang="en-US" altLang="en-US"/>
              <a:pPr/>
              <a:t>44</a:t>
            </a:fld>
            <a:endParaRPr lang="en-US" altLang="en-US"/>
          </a:p>
        </p:txBody>
      </p:sp>
      <p:sp>
        <p:nvSpPr>
          <p:cNvPr id="37890" name="Rectangle 2">
            <a:extLst>
              <a:ext uri="{FF2B5EF4-FFF2-40B4-BE49-F238E27FC236}">
                <a16:creationId xmlns:a16="http://schemas.microsoft.com/office/drawing/2014/main" id="{2B89B61F-CE1D-45A3-8614-7C1957449C02}"/>
              </a:ext>
            </a:extLst>
          </p:cNvPr>
          <p:cNvSpPr>
            <a:spLocks noGrp="1" noChangeArrowheads="1"/>
          </p:cNvSpPr>
          <p:nvPr>
            <p:ph type="title"/>
          </p:nvPr>
        </p:nvSpPr>
        <p:spPr>
          <a:ln/>
        </p:spPr>
        <p:txBody>
          <a:bodyPr/>
          <a:lstStyle/>
          <a:p>
            <a:r>
              <a:rPr lang="en-US" altLang="en-US"/>
              <a:t>Analysis of B-Trees</a:t>
            </a:r>
          </a:p>
        </p:txBody>
      </p:sp>
      <p:sp>
        <p:nvSpPr>
          <p:cNvPr id="37891" name="Rectangle 3">
            <a:extLst>
              <a:ext uri="{FF2B5EF4-FFF2-40B4-BE49-F238E27FC236}">
                <a16:creationId xmlns:a16="http://schemas.microsoft.com/office/drawing/2014/main" id="{7118A8C1-5487-4D97-8EF1-D84737C1D680}"/>
              </a:ext>
            </a:extLst>
          </p:cNvPr>
          <p:cNvSpPr>
            <a:spLocks noGrp="1" noChangeArrowheads="1"/>
          </p:cNvSpPr>
          <p:nvPr>
            <p:ph type="body" idx="1"/>
          </p:nvPr>
        </p:nvSpPr>
        <p:spPr>
          <a:ln/>
        </p:spPr>
        <p:txBody>
          <a:bodyPr/>
          <a:lstStyle/>
          <a:p>
            <a:r>
              <a:rPr lang="en-US" altLang="en-US" sz="2000"/>
              <a:t>The maximum number of items in a B-tree of order </a:t>
            </a:r>
            <a:r>
              <a:rPr lang="en-US" altLang="en-US" sz="2000" i="1"/>
              <a:t>m</a:t>
            </a:r>
            <a:r>
              <a:rPr lang="en-US" altLang="en-US" sz="2000"/>
              <a:t> and height </a:t>
            </a:r>
            <a:r>
              <a:rPr lang="en-US" altLang="en-US" sz="2000" i="1"/>
              <a:t>h</a:t>
            </a:r>
            <a:r>
              <a:rPr lang="en-US" altLang="en-US" sz="2000"/>
              <a:t>:</a:t>
            </a:r>
          </a:p>
          <a:p>
            <a:pPr lvl="1">
              <a:buFontTx/>
              <a:buNone/>
            </a:pPr>
            <a:r>
              <a:rPr lang="en-US" altLang="en-US" sz="1800"/>
              <a:t>root		</a:t>
            </a:r>
            <a:r>
              <a:rPr lang="en-US" altLang="en-US" sz="1800" i="1"/>
              <a:t>m</a:t>
            </a:r>
            <a:r>
              <a:rPr lang="en-US" altLang="en-US" sz="1800"/>
              <a:t> – 1</a:t>
            </a:r>
          </a:p>
          <a:p>
            <a:pPr lvl="1">
              <a:buFontTx/>
              <a:buNone/>
            </a:pPr>
            <a:r>
              <a:rPr lang="en-US" altLang="en-US" sz="1800"/>
              <a:t>level 1	</a:t>
            </a:r>
            <a:r>
              <a:rPr lang="en-US" altLang="en-US" sz="1800" i="1"/>
              <a:t>m</a:t>
            </a:r>
            <a:r>
              <a:rPr lang="en-US" altLang="en-US" sz="1800"/>
              <a:t>(</a:t>
            </a:r>
            <a:r>
              <a:rPr lang="en-US" altLang="en-US" sz="1800" i="1"/>
              <a:t>m</a:t>
            </a:r>
            <a:r>
              <a:rPr lang="en-US" altLang="en-US" sz="1800"/>
              <a:t> – 1)</a:t>
            </a:r>
          </a:p>
          <a:p>
            <a:pPr lvl="1">
              <a:buFontTx/>
              <a:buNone/>
            </a:pPr>
            <a:r>
              <a:rPr lang="en-US" altLang="en-US" sz="1800"/>
              <a:t>level 2	</a:t>
            </a:r>
            <a:r>
              <a:rPr lang="en-US" altLang="en-US" sz="1800" i="1"/>
              <a:t>m</a:t>
            </a:r>
            <a:r>
              <a:rPr lang="en-US" altLang="en-US" sz="1800" baseline="30000"/>
              <a:t>2</a:t>
            </a:r>
            <a:r>
              <a:rPr lang="en-US" altLang="en-US" sz="1800"/>
              <a:t>(</a:t>
            </a:r>
            <a:r>
              <a:rPr lang="en-US" altLang="en-US" sz="1800" i="1"/>
              <a:t>m</a:t>
            </a:r>
            <a:r>
              <a:rPr lang="en-US" altLang="en-US" sz="1800"/>
              <a:t> – 1)</a:t>
            </a:r>
          </a:p>
          <a:p>
            <a:pPr lvl="1">
              <a:buFontTx/>
              <a:buNone/>
            </a:pPr>
            <a:r>
              <a:rPr lang="en-US" altLang="en-US" sz="1800"/>
              <a:t>.  .  .	</a:t>
            </a:r>
          </a:p>
          <a:p>
            <a:pPr lvl="1">
              <a:buFontTx/>
              <a:buNone/>
            </a:pPr>
            <a:r>
              <a:rPr lang="en-US" altLang="en-US" sz="1800"/>
              <a:t>level h	</a:t>
            </a:r>
            <a:r>
              <a:rPr lang="en-US" altLang="en-US" sz="1800" i="1"/>
              <a:t>m</a:t>
            </a:r>
            <a:r>
              <a:rPr lang="en-US" altLang="en-US" sz="1800" i="1" baseline="30000"/>
              <a:t>h</a:t>
            </a:r>
            <a:r>
              <a:rPr lang="en-US" altLang="en-US" sz="1800"/>
              <a:t>(</a:t>
            </a:r>
            <a:r>
              <a:rPr lang="en-US" altLang="en-US" sz="1800" i="1"/>
              <a:t>m</a:t>
            </a:r>
            <a:r>
              <a:rPr lang="en-US" altLang="en-US" sz="1800"/>
              <a:t> – 1)</a:t>
            </a:r>
          </a:p>
          <a:p>
            <a:pPr>
              <a:lnSpc>
                <a:spcPct val="120000"/>
              </a:lnSpc>
            </a:pPr>
            <a:r>
              <a:rPr lang="en-US" altLang="en-US" sz="2000"/>
              <a:t>So, the total number of items is</a:t>
            </a:r>
            <a:br>
              <a:rPr lang="en-US" altLang="en-US" sz="2000"/>
            </a:br>
            <a:r>
              <a:rPr lang="en-US" altLang="en-US" sz="2000"/>
              <a:t>		</a:t>
            </a:r>
            <a:r>
              <a:rPr lang="de-DE" altLang="en-US" sz="2000"/>
              <a:t>(1 + </a:t>
            </a:r>
            <a:r>
              <a:rPr lang="de-DE" altLang="en-US" sz="2000" i="1"/>
              <a:t>m</a:t>
            </a:r>
            <a:r>
              <a:rPr lang="de-DE" altLang="en-US" sz="2000"/>
              <a:t> + </a:t>
            </a:r>
            <a:r>
              <a:rPr lang="de-DE" altLang="en-US" sz="2000" i="1"/>
              <a:t>m</a:t>
            </a:r>
            <a:r>
              <a:rPr lang="de-DE" altLang="en-US" sz="2000" baseline="30000"/>
              <a:t>2</a:t>
            </a:r>
            <a:r>
              <a:rPr lang="de-DE" altLang="en-US" sz="2000"/>
              <a:t> + </a:t>
            </a:r>
            <a:r>
              <a:rPr lang="de-DE" altLang="en-US" sz="2000" i="1"/>
              <a:t>m</a:t>
            </a:r>
            <a:r>
              <a:rPr lang="de-DE" altLang="en-US" sz="2000" baseline="30000"/>
              <a:t>3</a:t>
            </a:r>
            <a:r>
              <a:rPr lang="de-DE" altLang="en-US" sz="2000"/>
              <a:t> + … + </a:t>
            </a:r>
            <a:r>
              <a:rPr lang="de-DE" altLang="en-US" sz="2000" i="1"/>
              <a:t>m</a:t>
            </a:r>
            <a:r>
              <a:rPr lang="de-DE" altLang="en-US" sz="2000" i="1" baseline="30000"/>
              <a:t>h</a:t>
            </a:r>
            <a:r>
              <a:rPr lang="de-DE" altLang="en-US" sz="2000"/>
              <a:t>)(</a:t>
            </a:r>
            <a:r>
              <a:rPr lang="de-DE" altLang="en-US" sz="2000" i="1"/>
              <a:t>m</a:t>
            </a:r>
            <a:r>
              <a:rPr lang="de-DE" altLang="en-US" sz="2000"/>
              <a:t> – 1) =</a:t>
            </a:r>
            <a:br>
              <a:rPr lang="de-DE" altLang="en-US" sz="2000"/>
            </a:br>
            <a:r>
              <a:rPr lang="de-DE" altLang="en-US" sz="2000"/>
              <a:t>		[(</a:t>
            </a:r>
            <a:r>
              <a:rPr lang="de-DE" altLang="en-US" sz="2000" i="1"/>
              <a:t>m</a:t>
            </a:r>
            <a:r>
              <a:rPr lang="de-DE" altLang="en-US" sz="2000" i="1" baseline="30000"/>
              <a:t>h</a:t>
            </a:r>
            <a:r>
              <a:rPr lang="de-DE" altLang="en-US" sz="2000" baseline="30000"/>
              <a:t>+1</a:t>
            </a:r>
            <a:r>
              <a:rPr lang="de-DE" altLang="en-US" sz="2000"/>
              <a:t> – 1)/ (</a:t>
            </a:r>
            <a:r>
              <a:rPr lang="de-DE" altLang="en-US" sz="2000" i="1"/>
              <a:t>m</a:t>
            </a:r>
            <a:r>
              <a:rPr lang="de-DE" altLang="en-US" sz="2000"/>
              <a:t> – 1)] (</a:t>
            </a:r>
            <a:r>
              <a:rPr lang="de-DE" altLang="en-US" sz="2000" i="1"/>
              <a:t>m</a:t>
            </a:r>
            <a:r>
              <a:rPr lang="de-DE" altLang="en-US" sz="2000"/>
              <a:t> – 1) = </a:t>
            </a:r>
            <a:r>
              <a:rPr lang="de-DE" altLang="en-US" sz="2000" b="1" i="1">
                <a:effectLst>
                  <a:outerShdw blurRad="38100" dist="38100" dir="2700000" algn="tl">
                    <a:srgbClr val="C0C0C0"/>
                  </a:outerShdw>
                </a:effectLst>
              </a:rPr>
              <a:t>m</a:t>
            </a:r>
            <a:r>
              <a:rPr lang="de-DE" altLang="en-US" sz="2000" b="1" i="1" baseline="30000">
                <a:effectLst>
                  <a:outerShdw blurRad="38100" dist="38100" dir="2700000" algn="tl">
                    <a:srgbClr val="C0C0C0"/>
                  </a:outerShdw>
                </a:effectLst>
              </a:rPr>
              <a:t>h</a:t>
            </a:r>
            <a:r>
              <a:rPr lang="de-DE" altLang="en-US" sz="2000" b="1" baseline="30000">
                <a:effectLst>
                  <a:outerShdw blurRad="38100" dist="38100" dir="2700000" algn="tl">
                    <a:srgbClr val="C0C0C0"/>
                  </a:outerShdw>
                </a:effectLst>
              </a:rPr>
              <a:t>+1</a:t>
            </a:r>
            <a:r>
              <a:rPr lang="de-DE" altLang="en-US" sz="2000" b="1">
                <a:effectLst>
                  <a:outerShdw blurRad="38100" dist="38100" dir="2700000" algn="tl">
                    <a:srgbClr val="C0C0C0"/>
                  </a:outerShdw>
                </a:effectLst>
              </a:rPr>
              <a:t> – 1</a:t>
            </a:r>
            <a:endParaRPr lang="de-DE" altLang="en-US" sz="2000"/>
          </a:p>
          <a:p>
            <a:pPr>
              <a:lnSpc>
                <a:spcPct val="120000"/>
              </a:lnSpc>
            </a:pPr>
            <a:r>
              <a:rPr lang="en-US" altLang="en-US" sz="2000"/>
              <a:t>When </a:t>
            </a:r>
            <a:r>
              <a:rPr lang="en-US" altLang="en-US" sz="2000" i="1"/>
              <a:t>m</a:t>
            </a:r>
            <a:r>
              <a:rPr lang="en-US" altLang="en-US" sz="2000"/>
              <a:t> = 5 and </a:t>
            </a:r>
            <a:r>
              <a:rPr lang="en-US" altLang="en-US" sz="2000" i="1"/>
              <a:t>h</a:t>
            </a:r>
            <a:r>
              <a:rPr lang="en-US" altLang="en-US" sz="2000"/>
              <a:t> = 2 this gives 5</a:t>
            </a:r>
            <a:r>
              <a:rPr lang="en-US" altLang="en-US" sz="2000" baseline="30000"/>
              <a:t>3</a:t>
            </a:r>
            <a:r>
              <a:rPr lang="en-US" altLang="en-US" sz="2000"/>
              <a:t> – 1 = 124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FD7B03B-C036-4292-ADA9-9011F6D80B14}"/>
              </a:ext>
            </a:extLst>
          </p:cNvPr>
          <p:cNvSpPr>
            <a:spLocks noGrp="1"/>
          </p:cNvSpPr>
          <p:nvPr>
            <p:ph type="ftr" sz="quarter" idx="10"/>
          </p:nvPr>
        </p:nvSpPr>
        <p:spPr/>
        <p:txBody>
          <a:bodyPr/>
          <a:lstStyle/>
          <a:p>
            <a:r>
              <a:rPr lang="en-US" altLang="en-US"/>
              <a:t>B-Trees</a:t>
            </a:r>
          </a:p>
        </p:txBody>
      </p:sp>
      <p:sp>
        <p:nvSpPr>
          <p:cNvPr id="5" name="Slide Number Placeholder 4">
            <a:extLst>
              <a:ext uri="{FF2B5EF4-FFF2-40B4-BE49-F238E27FC236}">
                <a16:creationId xmlns:a16="http://schemas.microsoft.com/office/drawing/2014/main" id="{B0D01629-7768-4AA9-A7BC-51332CF1B063}"/>
              </a:ext>
            </a:extLst>
          </p:cNvPr>
          <p:cNvSpPr>
            <a:spLocks noGrp="1"/>
          </p:cNvSpPr>
          <p:nvPr>
            <p:ph type="sldNum" sz="quarter" idx="11"/>
          </p:nvPr>
        </p:nvSpPr>
        <p:spPr/>
        <p:txBody>
          <a:bodyPr/>
          <a:lstStyle/>
          <a:p>
            <a:fld id="{34AD7E34-1514-4FBE-A5E3-C4BB83BC013A}" type="slidenum">
              <a:rPr lang="en-US" altLang="en-US"/>
              <a:pPr/>
              <a:t>45</a:t>
            </a:fld>
            <a:endParaRPr lang="en-US" altLang="en-US"/>
          </a:p>
        </p:txBody>
      </p:sp>
      <p:sp>
        <p:nvSpPr>
          <p:cNvPr id="38914" name="Rectangle 2">
            <a:extLst>
              <a:ext uri="{FF2B5EF4-FFF2-40B4-BE49-F238E27FC236}">
                <a16:creationId xmlns:a16="http://schemas.microsoft.com/office/drawing/2014/main" id="{3F76816F-3C4E-4EEC-8AF2-C77C584EBB86}"/>
              </a:ext>
            </a:extLst>
          </p:cNvPr>
          <p:cNvSpPr>
            <a:spLocks noGrp="1" noChangeArrowheads="1"/>
          </p:cNvSpPr>
          <p:nvPr>
            <p:ph type="title"/>
          </p:nvPr>
        </p:nvSpPr>
        <p:spPr>
          <a:ln/>
        </p:spPr>
        <p:txBody>
          <a:bodyPr/>
          <a:lstStyle/>
          <a:p>
            <a:r>
              <a:rPr lang="en-US" altLang="en-US"/>
              <a:t>Reasons for using B-Trees</a:t>
            </a:r>
          </a:p>
        </p:txBody>
      </p:sp>
      <p:sp>
        <p:nvSpPr>
          <p:cNvPr id="38915" name="Rectangle 3">
            <a:extLst>
              <a:ext uri="{FF2B5EF4-FFF2-40B4-BE49-F238E27FC236}">
                <a16:creationId xmlns:a16="http://schemas.microsoft.com/office/drawing/2014/main" id="{604DF9F6-F02B-43F4-A842-71C27EA743AD}"/>
              </a:ext>
            </a:extLst>
          </p:cNvPr>
          <p:cNvSpPr>
            <a:spLocks noGrp="1" noChangeArrowheads="1"/>
          </p:cNvSpPr>
          <p:nvPr>
            <p:ph type="body" idx="1"/>
          </p:nvPr>
        </p:nvSpPr>
        <p:spPr>
          <a:ln/>
        </p:spPr>
        <p:txBody>
          <a:bodyPr>
            <a:normAutofit lnSpcReduction="10000"/>
          </a:bodyPr>
          <a:lstStyle/>
          <a:p>
            <a:pPr>
              <a:lnSpc>
                <a:spcPct val="90000"/>
              </a:lnSpc>
            </a:pPr>
            <a:r>
              <a:rPr lang="en-US" altLang="en-US"/>
              <a:t>When searching tables held on disc, the cost of each disc transfer is high but doesn't depend much on the amount of data transferred, especially if consecutive items are transferred</a:t>
            </a:r>
          </a:p>
          <a:p>
            <a:pPr lvl="1">
              <a:lnSpc>
                <a:spcPct val="90000"/>
              </a:lnSpc>
            </a:pPr>
            <a:r>
              <a:rPr lang="en-US" altLang="en-US"/>
              <a:t>If we use a B-tree of order 101, say, we can transfer each node in one disc read operation</a:t>
            </a:r>
          </a:p>
          <a:p>
            <a:pPr lvl="1">
              <a:lnSpc>
                <a:spcPct val="90000"/>
              </a:lnSpc>
            </a:pPr>
            <a:r>
              <a:rPr lang="en-US" altLang="en-US"/>
              <a:t>A B-tree of order 101 and height 3 can hold 101</a:t>
            </a:r>
            <a:r>
              <a:rPr lang="en-US" altLang="en-US" baseline="30000"/>
              <a:t>4</a:t>
            </a:r>
            <a:r>
              <a:rPr lang="en-US" altLang="en-US"/>
              <a:t> – 1 items (approximately 100 million) and any item can be accessed with 3 disc reads (assuming we hold the root in memory)</a:t>
            </a:r>
          </a:p>
          <a:p>
            <a:pPr>
              <a:lnSpc>
                <a:spcPct val="90000"/>
              </a:lnSpc>
            </a:pPr>
            <a:r>
              <a:rPr lang="en-US" altLang="en-US"/>
              <a:t>If we take </a:t>
            </a:r>
            <a:r>
              <a:rPr lang="en-US" altLang="en-US" i="1"/>
              <a:t>m</a:t>
            </a:r>
            <a:r>
              <a:rPr lang="en-US" altLang="en-US"/>
              <a:t> = 3, we get a </a:t>
            </a:r>
            <a:r>
              <a:rPr lang="en-US" altLang="en-US" b="1"/>
              <a:t>2-3 tree</a:t>
            </a:r>
            <a:r>
              <a:rPr lang="en-US" altLang="en-US"/>
              <a:t>, in which non-leaf nodes have two or three children (i.e., one or two keys)</a:t>
            </a:r>
          </a:p>
          <a:p>
            <a:pPr lvl="1">
              <a:lnSpc>
                <a:spcPct val="90000"/>
              </a:lnSpc>
            </a:pPr>
            <a:r>
              <a:rPr lang="en-US" altLang="en-US"/>
              <a:t>B-Trees are always balanced (since the leaves are all at the same level), so 2-3 trees make a good type of balanced tree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5B316F7-A2F0-4FA4-BF1E-480DFAD13C17}"/>
              </a:ext>
            </a:extLst>
          </p:cNvPr>
          <p:cNvSpPr>
            <a:spLocks noGrp="1"/>
          </p:cNvSpPr>
          <p:nvPr>
            <p:ph type="ftr" sz="quarter" idx="10"/>
          </p:nvPr>
        </p:nvSpPr>
        <p:spPr/>
        <p:txBody>
          <a:bodyPr/>
          <a:lstStyle/>
          <a:p>
            <a:r>
              <a:rPr lang="en-US" altLang="en-US"/>
              <a:t>B-Trees</a:t>
            </a:r>
          </a:p>
        </p:txBody>
      </p:sp>
      <p:sp>
        <p:nvSpPr>
          <p:cNvPr id="5" name="Slide Number Placeholder 4">
            <a:extLst>
              <a:ext uri="{FF2B5EF4-FFF2-40B4-BE49-F238E27FC236}">
                <a16:creationId xmlns:a16="http://schemas.microsoft.com/office/drawing/2014/main" id="{C8760300-B3B2-428C-9782-108F71A825FE}"/>
              </a:ext>
            </a:extLst>
          </p:cNvPr>
          <p:cNvSpPr>
            <a:spLocks noGrp="1"/>
          </p:cNvSpPr>
          <p:nvPr>
            <p:ph type="sldNum" sz="quarter" idx="11"/>
          </p:nvPr>
        </p:nvSpPr>
        <p:spPr/>
        <p:txBody>
          <a:bodyPr/>
          <a:lstStyle/>
          <a:p>
            <a:fld id="{ED9CA742-E324-45ED-B39E-D1DE410B9D2C}" type="slidenum">
              <a:rPr lang="en-US" altLang="en-US"/>
              <a:pPr/>
              <a:t>46</a:t>
            </a:fld>
            <a:endParaRPr lang="en-US" altLang="en-US"/>
          </a:p>
        </p:txBody>
      </p:sp>
      <p:sp>
        <p:nvSpPr>
          <p:cNvPr id="45058" name="Rectangle 2">
            <a:extLst>
              <a:ext uri="{FF2B5EF4-FFF2-40B4-BE49-F238E27FC236}">
                <a16:creationId xmlns:a16="http://schemas.microsoft.com/office/drawing/2014/main" id="{8D4401DD-E401-472B-90FE-9BE392A4C079}"/>
              </a:ext>
            </a:extLst>
          </p:cNvPr>
          <p:cNvSpPr>
            <a:spLocks noGrp="1" noChangeArrowheads="1"/>
          </p:cNvSpPr>
          <p:nvPr>
            <p:ph type="title"/>
          </p:nvPr>
        </p:nvSpPr>
        <p:spPr>
          <a:ln/>
        </p:spPr>
        <p:txBody>
          <a:bodyPr/>
          <a:lstStyle/>
          <a:p>
            <a:r>
              <a:rPr lang="en-GB" altLang="en-US"/>
              <a:t>Comparing Trees</a:t>
            </a:r>
          </a:p>
        </p:txBody>
      </p:sp>
      <p:sp>
        <p:nvSpPr>
          <p:cNvPr id="45059" name="Rectangle 3">
            <a:extLst>
              <a:ext uri="{FF2B5EF4-FFF2-40B4-BE49-F238E27FC236}">
                <a16:creationId xmlns:a16="http://schemas.microsoft.com/office/drawing/2014/main" id="{C92C5F4B-FF86-4D6B-81EC-98F3E91B4913}"/>
              </a:ext>
            </a:extLst>
          </p:cNvPr>
          <p:cNvSpPr>
            <a:spLocks noGrp="1" noChangeArrowheads="1"/>
          </p:cNvSpPr>
          <p:nvPr>
            <p:ph type="body" idx="1"/>
          </p:nvPr>
        </p:nvSpPr>
        <p:spPr>
          <a:ln/>
        </p:spPr>
        <p:txBody>
          <a:bodyPr/>
          <a:lstStyle/>
          <a:p>
            <a:r>
              <a:rPr lang="en-GB" altLang="en-US"/>
              <a:t>Binary trees</a:t>
            </a:r>
          </a:p>
          <a:p>
            <a:pPr lvl="1"/>
            <a:r>
              <a:rPr lang="en-GB" altLang="en-US"/>
              <a:t>Can become </a:t>
            </a:r>
            <a:r>
              <a:rPr lang="en-GB" altLang="en-US" i="1"/>
              <a:t>unbalanced</a:t>
            </a:r>
            <a:r>
              <a:rPr lang="en-GB" altLang="en-US"/>
              <a:t> and </a:t>
            </a:r>
            <a:r>
              <a:rPr lang="en-GB" altLang="en-US" i="1"/>
              <a:t>lose</a:t>
            </a:r>
            <a:r>
              <a:rPr lang="en-GB" altLang="en-US"/>
              <a:t> their good time complexity (big O)</a:t>
            </a:r>
          </a:p>
          <a:p>
            <a:pPr lvl="1"/>
            <a:r>
              <a:rPr lang="en-GB" altLang="en-US"/>
              <a:t>AVL trees are strict binary trees that </a:t>
            </a:r>
            <a:r>
              <a:rPr lang="en-GB" altLang="en-US" i="1"/>
              <a:t>overcome the balance problem</a:t>
            </a:r>
            <a:endParaRPr lang="en-GB" altLang="en-US"/>
          </a:p>
          <a:p>
            <a:pPr lvl="1"/>
            <a:r>
              <a:rPr lang="en-GB" altLang="en-US"/>
              <a:t>Heaps remain balanced but only </a:t>
            </a:r>
            <a:r>
              <a:rPr lang="en-GB" altLang="en-US" i="1"/>
              <a:t>prioritise</a:t>
            </a:r>
            <a:r>
              <a:rPr lang="en-GB" altLang="en-US"/>
              <a:t> (not order) the keys</a:t>
            </a:r>
          </a:p>
          <a:p>
            <a:pPr lvl="1"/>
            <a:endParaRPr lang="en-GB" altLang="en-US"/>
          </a:p>
          <a:p>
            <a:r>
              <a:rPr lang="en-GB" altLang="en-US"/>
              <a:t>Multi-way trees</a:t>
            </a:r>
          </a:p>
          <a:p>
            <a:pPr lvl="1"/>
            <a:r>
              <a:rPr lang="en-GB" altLang="en-US"/>
              <a:t>B-Trees can be </a:t>
            </a:r>
            <a:r>
              <a:rPr lang="en-GB" altLang="en-US" i="1"/>
              <a:t>m</a:t>
            </a:r>
            <a:r>
              <a:rPr lang="en-GB" altLang="en-US"/>
              <a:t>-way, they can have any (odd) number of children</a:t>
            </a:r>
          </a:p>
          <a:p>
            <a:pPr lvl="1"/>
            <a:r>
              <a:rPr lang="en-GB" altLang="en-US"/>
              <a:t>One B-Tree, the 2-3 (or 3-way) B-Tree, </a:t>
            </a:r>
            <a:r>
              <a:rPr lang="en-GB" altLang="en-US" i="1"/>
              <a:t>approximates</a:t>
            </a:r>
            <a:r>
              <a:rPr lang="en-GB" altLang="en-US"/>
              <a:t> a permanently balanced binary tree, exchanging the AVL tree’s balancing operations for insertion and (more complex) deletion operations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78BBA-7B8C-4C3F-BCB7-958FCEAA3E88}"/>
              </a:ext>
            </a:extLst>
          </p:cNvPr>
          <p:cNvSpPr>
            <a:spLocks noGrp="1"/>
          </p:cNvSpPr>
          <p:nvPr>
            <p:ph type="title"/>
          </p:nvPr>
        </p:nvSpPr>
        <p:spPr>
          <a:xfrm>
            <a:off x="838200" y="681037"/>
            <a:ext cx="10515600" cy="1325563"/>
          </a:xfrm>
        </p:spPr>
        <p:txBody>
          <a:bodyPr/>
          <a:lstStyle/>
          <a:p>
            <a:pPr algn="ctr"/>
            <a:r>
              <a:rPr lang="en-US" dirty="0"/>
              <a:t>B+ Tree</a:t>
            </a:r>
            <a:endParaRPr lang="en-IN" dirty="0"/>
          </a:p>
        </p:txBody>
      </p:sp>
      <p:sp>
        <p:nvSpPr>
          <p:cNvPr id="3" name="Content Placeholder 2">
            <a:extLst>
              <a:ext uri="{FF2B5EF4-FFF2-40B4-BE49-F238E27FC236}">
                <a16:creationId xmlns:a16="http://schemas.microsoft.com/office/drawing/2014/main" id="{82454F31-89CD-4D7C-B7A4-2AE242FBB6C5}"/>
              </a:ext>
            </a:extLst>
          </p:cNvPr>
          <p:cNvSpPr>
            <a:spLocks noGrp="1"/>
          </p:cNvSpPr>
          <p:nvPr>
            <p:ph idx="1"/>
          </p:nvPr>
        </p:nvSpPr>
        <p:spPr/>
        <p:txBody>
          <a:bodyPr/>
          <a:lstStyle/>
          <a:p>
            <a:pPr algn="l" fontAlgn="base"/>
            <a:r>
              <a:rPr lang="en-US" b="0" i="0" dirty="0">
                <a:solidFill>
                  <a:srgbClr val="40424E"/>
                </a:solidFill>
                <a:effectLst/>
                <a:latin typeface="urw-din"/>
              </a:rPr>
              <a:t>The drawback of B-tree used for indexing, however is that it stores the data pointer (a pointer to the disk file block containing the key value), corresponding to a particular key value, along with that key value in the node of a B-tree. This technique, greatly reduces the number of entries that can be packed into a node of a B-tree, thereby contributing to the increase in the number of levels in the B-tree, hence increasing the search time of a record.</a:t>
            </a:r>
          </a:p>
          <a:p>
            <a:pPr algn="l" fontAlgn="base"/>
            <a:r>
              <a:rPr lang="en-US" b="0" i="0" dirty="0">
                <a:solidFill>
                  <a:srgbClr val="40424E"/>
                </a:solidFill>
                <a:effectLst/>
                <a:latin typeface="urw-din"/>
              </a:rPr>
              <a:t>B+ tree eliminates the above drawback by storing data pointers only at the leaf nodes of the tree.</a:t>
            </a:r>
          </a:p>
          <a:p>
            <a:pPr marL="0" indent="0">
              <a:buNone/>
            </a:pPr>
            <a:endParaRPr lang="en-IN" dirty="0"/>
          </a:p>
        </p:txBody>
      </p:sp>
    </p:spTree>
    <p:extLst>
      <p:ext uri="{BB962C8B-B14F-4D97-AF65-F5344CB8AC3E}">
        <p14:creationId xmlns:p14="http://schemas.microsoft.com/office/powerpoint/2010/main" val="3318720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A12CD-1E8B-493F-9747-5D3532B683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BE5156-88B9-416A-8936-B622988F9135}"/>
              </a:ext>
            </a:extLst>
          </p:cNvPr>
          <p:cNvSpPr>
            <a:spLocks noGrp="1"/>
          </p:cNvSpPr>
          <p:nvPr>
            <p:ph idx="1"/>
          </p:nvPr>
        </p:nvSpPr>
        <p:spPr/>
        <p:txBody>
          <a:bodyPr/>
          <a:lstStyle/>
          <a:p>
            <a:pPr marL="285750" indent="-285750">
              <a:spcBef>
                <a:spcPct val="20000"/>
              </a:spcBef>
              <a:buFontTx/>
              <a:buChar char="–"/>
              <a:defRPr/>
            </a:pPr>
            <a:r>
              <a:rPr lang="en-US" sz="2800" dirty="0">
                <a:latin typeface="Arial" charset="0"/>
                <a:ea typeface="ＭＳ Ｐゴシック" charset="0"/>
              </a:rPr>
              <a:t>A variation of B trees in which</a:t>
            </a:r>
            <a:endParaRPr lang="en-US" sz="2800" dirty="0">
              <a:solidFill>
                <a:schemeClr val="bg2"/>
              </a:solidFill>
              <a:latin typeface="Arial" charset="0"/>
              <a:ea typeface="ＭＳ Ｐゴシック" charset="0"/>
            </a:endParaRPr>
          </a:p>
          <a:p>
            <a:pPr marL="742950" lvl="1" indent="-285750">
              <a:spcBef>
                <a:spcPct val="20000"/>
              </a:spcBef>
              <a:buFontTx/>
              <a:buChar char="–"/>
              <a:defRPr/>
            </a:pPr>
            <a:r>
              <a:rPr lang="en-US" sz="2400" dirty="0">
                <a:latin typeface="Arial" charset="0"/>
                <a:ea typeface="ＭＳ Ｐゴシック" charset="0"/>
              </a:rPr>
              <a:t>internal nodes contain only search keys (no data)</a:t>
            </a:r>
          </a:p>
          <a:p>
            <a:pPr marL="742950" lvl="1" indent="-285750">
              <a:spcBef>
                <a:spcPct val="20000"/>
              </a:spcBef>
              <a:buFontTx/>
              <a:buChar char="–"/>
              <a:defRPr/>
            </a:pPr>
            <a:r>
              <a:rPr lang="en-US" sz="2400" dirty="0">
                <a:latin typeface="Arial" charset="0"/>
                <a:ea typeface="ＭＳ Ｐゴシック" charset="0"/>
              </a:rPr>
              <a:t>Leaf nodes contain pointers to data records</a:t>
            </a:r>
          </a:p>
          <a:p>
            <a:pPr marL="742950" lvl="1" indent="-285750">
              <a:spcBef>
                <a:spcPct val="20000"/>
              </a:spcBef>
              <a:buFontTx/>
              <a:buChar char="–"/>
              <a:defRPr/>
            </a:pPr>
            <a:r>
              <a:rPr lang="en-US" sz="2400" dirty="0">
                <a:latin typeface="Arial" charset="0"/>
                <a:ea typeface="ＭＳ Ｐゴシック" charset="0"/>
              </a:rPr>
              <a:t>Data records are in sorted order by the search key</a:t>
            </a:r>
          </a:p>
          <a:p>
            <a:pPr marL="742950" lvl="1" indent="-285750">
              <a:spcBef>
                <a:spcPct val="20000"/>
              </a:spcBef>
              <a:buFontTx/>
              <a:buChar char="–"/>
              <a:defRPr/>
            </a:pPr>
            <a:r>
              <a:rPr lang="en-US" sz="2400" dirty="0">
                <a:latin typeface="Arial" charset="0"/>
                <a:ea typeface="ＭＳ Ｐゴシック" charset="0"/>
              </a:rPr>
              <a:t>All leaves are at the same depth</a:t>
            </a:r>
          </a:p>
          <a:p>
            <a:endParaRPr lang="en-IN" dirty="0"/>
          </a:p>
        </p:txBody>
      </p:sp>
    </p:spTree>
    <p:extLst>
      <p:ext uri="{BB962C8B-B14F-4D97-AF65-F5344CB8AC3E}">
        <p14:creationId xmlns:p14="http://schemas.microsoft.com/office/powerpoint/2010/main" val="2264012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308" name="Rectangle 60">
            <a:extLst>
              <a:ext uri="{FF2B5EF4-FFF2-40B4-BE49-F238E27FC236}">
                <a16:creationId xmlns:a16="http://schemas.microsoft.com/office/drawing/2014/main" id="{F8F3D4AA-F6D2-4A97-9EC6-9E2DDCC0C199}"/>
              </a:ext>
            </a:extLst>
          </p:cNvPr>
          <p:cNvSpPr>
            <a:spLocks noChangeArrowheads="1"/>
          </p:cNvSpPr>
          <p:nvPr/>
        </p:nvSpPr>
        <p:spPr bwMode="auto">
          <a:xfrm>
            <a:off x="6838950" y="3048000"/>
            <a:ext cx="2076450" cy="673100"/>
          </a:xfrm>
          <a:prstGeom prst="rect">
            <a:avLst/>
          </a:prstGeom>
          <a:noFill/>
          <a:ln w="12700">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600" b="1">
                <a:solidFill>
                  <a:schemeClr val="bg2"/>
                </a:solidFill>
                <a:latin typeface="Courier New" panose="02070309020205020404" pitchFamily="49" charset="0"/>
              </a:rPr>
              <a:t> </a:t>
            </a:r>
            <a:r>
              <a:rPr lang="en-US" altLang="en-US" sz="5400" b="1">
                <a:solidFill>
                  <a:schemeClr val="bg2"/>
                </a:solidFill>
                <a:latin typeface="Courier New" panose="02070309020205020404" pitchFamily="49" charset="0"/>
              </a:rPr>
              <a:t>…</a:t>
            </a:r>
            <a:endParaRPr lang="en-US" altLang="en-US" sz="6600" b="1">
              <a:solidFill>
                <a:schemeClr val="bg2"/>
              </a:solidFill>
              <a:latin typeface="Courier New" panose="02070309020205020404" pitchFamily="49" charset="0"/>
            </a:endParaRPr>
          </a:p>
          <a:p>
            <a:pPr algn="ctr" eaLnBrk="1" hangingPunct="1"/>
            <a:endParaRPr lang="en-US" altLang="en-US" sz="1200" b="1">
              <a:solidFill>
                <a:schemeClr val="bg2"/>
              </a:solidFill>
              <a:latin typeface="Courier New" panose="02070309020205020404" pitchFamily="49" charset="0"/>
            </a:endParaRPr>
          </a:p>
          <a:p>
            <a:pPr algn="ctr" eaLnBrk="1" hangingPunct="1"/>
            <a:endParaRPr lang="en-US" altLang="en-US" sz="2000" b="1">
              <a:solidFill>
                <a:schemeClr val="bg2"/>
              </a:solidFill>
              <a:latin typeface="Courier New" panose="02070309020205020404" pitchFamily="49" charset="0"/>
            </a:endParaRPr>
          </a:p>
        </p:txBody>
      </p:sp>
      <p:grpSp>
        <p:nvGrpSpPr>
          <p:cNvPr id="25602" name="Group 61">
            <a:extLst>
              <a:ext uri="{FF2B5EF4-FFF2-40B4-BE49-F238E27FC236}">
                <a16:creationId xmlns:a16="http://schemas.microsoft.com/office/drawing/2014/main" id="{452DF122-0D92-4C96-A7A3-DE046CD4ACC5}"/>
              </a:ext>
            </a:extLst>
          </p:cNvPr>
          <p:cNvGrpSpPr>
            <a:grpSpLocks/>
          </p:cNvGrpSpPr>
          <p:nvPr/>
        </p:nvGrpSpPr>
        <p:grpSpPr bwMode="auto">
          <a:xfrm>
            <a:off x="6838950" y="3048000"/>
            <a:ext cx="2076450" cy="673100"/>
            <a:chOff x="4414" y="2400"/>
            <a:chExt cx="192" cy="192"/>
          </a:xfrm>
        </p:grpSpPr>
        <p:sp>
          <p:nvSpPr>
            <p:cNvPr id="181310" name="Line 62">
              <a:extLst>
                <a:ext uri="{FF2B5EF4-FFF2-40B4-BE49-F238E27FC236}">
                  <a16:creationId xmlns:a16="http://schemas.microsoft.com/office/drawing/2014/main" id="{8D42DA06-C221-4745-9504-F4A9D0220D89}"/>
                </a:ext>
              </a:extLst>
            </p:cNvPr>
            <p:cNvSpPr>
              <a:spLocks noChangeShapeType="1"/>
            </p:cNvSpPr>
            <p:nvPr/>
          </p:nvSpPr>
          <p:spPr bwMode="auto">
            <a:xfrm>
              <a:off x="4414" y="2496"/>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11" name="Line 63">
              <a:extLst>
                <a:ext uri="{FF2B5EF4-FFF2-40B4-BE49-F238E27FC236}">
                  <a16:creationId xmlns:a16="http://schemas.microsoft.com/office/drawing/2014/main" id="{5B1FC315-261B-49CD-B4AC-FDEC5D2335C4}"/>
                </a:ext>
              </a:extLst>
            </p:cNvPr>
            <p:cNvSpPr>
              <a:spLocks noChangeShapeType="1"/>
            </p:cNvSpPr>
            <p:nvPr/>
          </p:nvSpPr>
          <p:spPr bwMode="auto">
            <a:xfrm>
              <a:off x="4414" y="2400"/>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12" name="Line 64">
              <a:extLst>
                <a:ext uri="{FF2B5EF4-FFF2-40B4-BE49-F238E27FC236}">
                  <a16:creationId xmlns:a16="http://schemas.microsoft.com/office/drawing/2014/main" id="{C5C0C5EB-08BC-44FA-8454-94850E38A6F7}"/>
                </a:ext>
              </a:extLst>
            </p:cNvPr>
            <p:cNvSpPr>
              <a:spLocks noChangeShapeType="1"/>
            </p:cNvSpPr>
            <p:nvPr/>
          </p:nvSpPr>
          <p:spPr bwMode="auto">
            <a:xfrm>
              <a:off x="4606" y="2496"/>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13" name="Line 65">
              <a:extLst>
                <a:ext uri="{FF2B5EF4-FFF2-40B4-BE49-F238E27FC236}">
                  <a16:creationId xmlns:a16="http://schemas.microsoft.com/office/drawing/2014/main" id="{E8C71CC0-9D80-4A66-A6E6-CE43E1C5EB09}"/>
                </a:ext>
              </a:extLst>
            </p:cNvPr>
            <p:cNvSpPr>
              <a:spLocks noChangeShapeType="1"/>
            </p:cNvSpPr>
            <p:nvPr/>
          </p:nvSpPr>
          <p:spPr bwMode="auto">
            <a:xfrm>
              <a:off x="4606" y="2400"/>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14" name="Line 66">
              <a:extLst>
                <a:ext uri="{FF2B5EF4-FFF2-40B4-BE49-F238E27FC236}">
                  <a16:creationId xmlns:a16="http://schemas.microsoft.com/office/drawing/2014/main" id="{C97FD6B2-DC23-4BB4-A2BA-3D91DBEED590}"/>
                </a:ext>
              </a:extLst>
            </p:cNvPr>
            <p:cNvSpPr>
              <a:spLocks noChangeShapeType="1"/>
            </p:cNvSpPr>
            <p:nvPr/>
          </p:nvSpPr>
          <p:spPr bwMode="auto">
            <a:xfrm rot="-5400000">
              <a:off x="4558" y="2544"/>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15" name="Line 67">
              <a:extLst>
                <a:ext uri="{FF2B5EF4-FFF2-40B4-BE49-F238E27FC236}">
                  <a16:creationId xmlns:a16="http://schemas.microsoft.com/office/drawing/2014/main" id="{14C4E9F4-8E4E-4AE5-BDEF-B73E506BCEC9}"/>
                </a:ext>
              </a:extLst>
            </p:cNvPr>
            <p:cNvSpPr>
              <a:spLocks noChangeShapeType="1"/>
            </p:cNvSpPr>
            <p:nvPr/>
          </p:nvSpPr>
          <p:spPr bwMode="auto">
            <a:xfrm rot="-5400000">
              <a:off x="4462" y="2544"/>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16" name="Line 68">
              <a:extLst>
                <a:ext uri="{FF2B5EF4-FFF2-40B4-BE49-F238E27FC236}">
                  <a16:creationId xmlns:a16="http://schemas.microsoft.com/office/drawing/2014/main" id="{7442414D-2534-45A3-B73F-30F75C6AEC3E}"/>
                </a:ext>
              </a:extLst>
            </p:cNvPr>
            <p:cNvSpPr>
              <a:spLocks noChangeShapeType="1"/>
            </p:cNvSpPr>
            <p:nvPr/>
          </p:nvSpPr>
          <p:spPr bwMode="auto">
            <a:xfrm rot="-5400000">
              <a:off x="4558" y="2352"/>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17" name="Line 69">
              <a:extLst>
                <a:ext uri="{FF2B5EF4-FFF2-40B4-BE49-F238E27FC236}">
                  <a16:creationId xmlns:a16="http://schemas.microsoft.com/office/drawing/2014/main" id="{C447FBEF-9D5E-4816-A088-679501CF5637}"/>
                </a:ext>
              </a:extLst>
            </p:cNvPr>
            <p:cNvSpPr>
              <a:spLocks noChangeShapeType="1"/>
            </p:cNvSpPr>
            <p:nvPr/>
          </p:nvSpPr>
          <p:spPr bwMode="auto">
            <a:xfrm rot="-5400000">
              <a:off x="4462" y="2352"/>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sp>
        <p:nvSpPr>
          <p:cNvPr id="181322" name="Rectangle 74">
            <a:extLst>
              <a:ext uri="{FF2B5EF4-FFF2-40B4-BE49-F238E27FC236}">
                <a16:creationId xmlns:a16="http://schemas.microsoft.com/office/drawing/2014/main" id="{508C28BE-16DC-4411-8164-4F1158041879}"/>
              </a:ext>
            </a:extLst>
          </p:cNvPr>
          <p:cNvSpPr>
            <a:spLocks noChangeArrowheads="1"/>
          </p:cNvSpPr>
          <p:nvPr/>
        </p:nvSpPr>
        <p:spPr bwMode="auto">
          <a:xfrm>
            <a:off x="6165850" y="3048000"/>
            <a:ext cx="673100" cy="673100"/>
          </a:xfrm>
          <a:prstGeom prst="rect">
            <a:avLst/>
          </a:prstGeom>
          <a:noFill/>
          <a:ln w="12700">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baseline="30000">
                <a:solidFill>
                  <a:schemeClr val="bg2"/>
                </a:solidFill>
                <a:latin typeface="Courier New" charset="0"/>
                <a:ea typeface="ＭＳ Ｐゴシック" charset="0"/>
              </a:rPr>
              <a:t>__</a:t>
            </a:r>
            <a:endParaRPr lang="en-US" sz="2000" b="1">
              <a:solidFill>
                <a:schemeClr val="bg2"/>
              </a:solidFill>
              <a:latin typeface="Courier New" charset="0"/>
              <a:ea typeface="ＭＳ Ｐゴシック" charset="0"/>
            </a:endParaRPr>
          </a:p>
        </p:txBody>
      </p:sp>
      <p:grpSp>
        <p:nvGrpSpPr>
          <p:cNvPr id="25604" name="Group 75">
            <a:extLst>
              <a:ext uri="{FF2B5EF4-FFF2-40B4-BE49-F238E27FC236}">
                <a16:creationId xmlns:a16="http://schemas.microsoft.com/office/drawing/2014/main" id="{D2B2A253-E136-4B13-8C06-70A36A143B35}"/>
              </a:ext>
            </a:extLst>
          </p:cNvPr>
          <p:cNvGrpSpPr>
            <a:grpSpLocks/>
          </p:cNvGrpSpPr>
          <p:nvPr/>
        </p:nvGrpSpPr>
        <p:grpSpPr bwMode="auto">
          <a:xfrm>
            <a:off x="6165850" y="3048000"/>
            <a:ext cx="673100" cy="673100"/>
            <a:chOff x="4414" y="2400"/>
            <a:chExt cx="192" cy="192"/>
          </a:xfrm>
        </p:grpSpPr>
        <p:sp>
          <p:nvSpPr>
            <p:cNvPr id="181324" name="Line 76">
              <a:extLst>
                <a:ext uri="{FF2B5EF4-FFF2-40B4-BE49-F238E27FC236}">
                  <a16:creationId xmlns:a16="http://schemas.microsoft.com/office/drawing/2014/main" id="{97C7C0A6-CF97-4E5D-AE13-010C41D7D464}"/>
                </a:ext>
              </a:extLst>
            </p:cNvPr>
            <p:cNvSpPr>
              <a:spLocks noChangeShapeType="1"/>
            </p:cNvSpPr>
            <p:nvPr/>
          </p:nvSpPr>
          <p:spPr bwMode="auto">
            <a:xfrm>
              <a:off x="4414" y="2496"/>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25" name="Line 77">
              <a:extLst>
                <a:ext uri="{FF2B5EF4-FFF2-40B4-BE49-F238E27FC236}">
                  <a16:creationId xmlns:a16="http://schemas.microsoft.com/office/drawing/2014/main" id="{7191D1A2-DB64-45BA-B19E-ECBDD0EED498}"/>
                </a:ext>
              </a:extLst>
            </p:cNvPr>
            <p:cNvSpPr>
              <a:spLocks noChangeShapeType="1"/>
            </p:cNvSpPr>
            <p:nvPr/>
          </p:nvSpPr>
          <p:spPr bwMode="auto">
            <a:xfrm>
              <a:off x="4414" y="2400"/>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26" name="Line 78">
              <a:extLst>
                <a:ext uri="{FF2B5EF4-FFF2-40B4-BE49-F238E27FC236}">
                  <a16:creationId xmlns:a16="http://schemas.microsoft.com/office/drawing/2014/main" id="{11A73F82-C261-4F45-87A6-0344280B8BCD}"/>
                </a:ext>
              </a:extLst>
            </p:cNvPr>
            <p:cNvSpPr>
              <a:spLocks noChangeShapeType="1"/>
            </p:cNvSpPr>
            <p:nvPr/>
          </p:nvSpPr>
          <p:spPr bwMode="auto">
            <a:xfrm>
              <a:off x="4606" y="2496"/>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27" name="Line 79">
              <a:extLst>
                <a:ext uri="{FF2B5EF4-FFF2-40B4-BE49-F238E27FC236}">
                  <a16:creationId xmlns:a16="http://schemas.microsoft.com/office/drawing/2014/main" id="{347A3F2F-0E4E-44D7-81B5-9BA5B811C7D0}"/>
                </a:ext>
              </a:extLst>
            </p:cNvPr>
            <p:cNvSpPr>
              <a:spLocks noChangeShapeType="1"/>
            </p:cNvSpPr>
            <p:nvPr/>
          </p:nvSpPr>
          <p:spPr bwMode="auto">
            <a:xfrm>
              <a:off x="4606" y="2400"/>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28" name="Line 80">
              <a:extLst>
                <a:ext uri="{FF2B5EF4-FFF2-40B4-BE49-F238E27FC236}">
                  <a16:creationId xmlns:a16="http://schemas.microsoft.com/office/drawing/2014/main" id="{9FE51EBF-5780-4E7F-9C1A-52FA8E3069D8}"/>
                </a:ext>
              </a:extLst>
            </p:cNvPr>
            <p:cNvSpPr>
              <a:spLocks noChangeShapeType="1"/>
            </p:cNvSpPr>
            <p:nvPr/>
          </p:nvSpPr>
          <p:spPr bwMode="auto">
            <a:xfrm rot="-5400000">
              <a:off x="4558" y="2544"/>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29" name="Line 81">
              <a:extLst>
                <a:ext uri="{FF2B5EF4-FFF2-40B4-BE49-F238E27FC236}">
                  <a16:creationId xmlns:a16="http://schemas.microsoft.com/office/drawing/2014/main" id="{4277E361-1FE3-4D24-A474-2E46A6006131}"/>
                </a:ext>
              </a:extLst>
            </p:cNvPr>
            <p:cNvSpPr>
              <a:spLocks noChangeShapeType="1"/>
            </p:cNvSpPr>
            <p:nvPr/>
          </p:nvSpPr>
          <p:spPr bwMode="auto">
            <a:xfrm rot="-5400000">
              <a:off x="4462" y="2544"/>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30" name="Line 82">
              <a:extLst>
                <a:ext uri="{FF2B5EF4-FFF2-40B4-BE49-F238E27FC236}">
                  <a16:creationId xmlns:a16="http://schemas.microsoft.com/office/drawing/2014/main" id="{9E5800A8-600B-4076-95E3-B8639FBE111B}"/>
                </a:ext>
              </a:extLst>
            </p:cNvPr>
            <p:cNvSpPr>
              <a:spLocks noChangeShapeType="1"/>
            </p:cNvSpPr>
            <p:nvPr/>
          </p:nvSpPr>
          <p:spPr bwMode="auto">
            <a:xfrm rot="-5400000">
              <a:off x="4558" y="2352"/>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31" name="Line 83">
              <a:extLst>
                <a:ext uri="{FF2B5EF4-FFF2-40B4-BE49-F238E27FC236}">
                  <a16:creationId xmlns:a16="http://schemas.microsoft.com/office/drawing/2014/main" id="{6B3FF23F-3533-489E-A6CB-2D172F8DFA0B}"/>
                </a:ext>
              </a:extLst>
            </p:cNvPr>
            <p:cNvSpPr>
              <a:spLocks noChangeShapeType="1"/>
            </p:cNvSpPr>
            <p:nvPr/>
          </p:nvSpPr>
          <p:spPr bwMode="auto">
            <a:xfrm rot="-5400000">
              <a:off x="4462" y="2352"/>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sp>
        <p:nvSpPr>
          <p:cNvPr id="181344" name="Rectangle 96">
            <a:extLst>
              <a:ext uri="{FF2B5EF4-FFF2-40B4-BE49-F238E27FC236}">
                <a16:creationId xmlns:a16="http://schemas.microsoft.com/office/drawing/2014/main" id="{EE030834-5D87-40A1-84B7-A0FC8B0622D3}"/>
              </a:ext>
            </a:extLst>
          </p:cNvPr>
          <p:cNvSpPr>
            <a:spLocks noChangeArrowheads="1"/>
          </p:cNvSpPr>
          <p:nvPr/>
        </p:nvSpPr>
        <p:spPr bwMode="auto">
          <a:xfrm>
            <a:off x="8915400" y="3048000"/>
            <a:ext cx="673100" cy="673100"/>
          </a:xfrm>
          <a:prstGeom prst="rect">
            <a:avLst/>
          </a:prstGeom>
          <a:noFill/>
          <a:ln w="12700">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baseline="30000">
                <a:solidFill>
                  <a:schemeClr val="bg2"/>
                </a:solidFill>
                <a:latin typeface="Courier New" charset="0"/>
                <a:ea typeface="ＭＳ Ｐゴシック" charset="0"/>
              </a:rPr>
              <a:t>__</a:t>
            </a:r>
            <a:endParaRPr lang="en-US" sz="2000" b="1">
              <a:solidFill>
                <a:schemeClr val="bg2"/>
              </a:solidFill>
              <a:latin typeface="Courier New" charset="0"/>
              <a:ea typeface="ＭＳ Ｐゴシック" charset="0"/>
            </a:endParaRPr>
          </a:p>
        </p:txBody>
      </p:sp>
      <p:grpSp>
        <p:nvGrpSpPr>
          <p:cNvPr id="25606" name="Group 97">
            <a:extLst>
              <a:ext uri="{FF2B5EF4-FFF2-40B4-BE49-F238E27FC236}">
                <a16:creationId xmlns:a16="http://schemas.microsoft.com/office/drawing/2014/main" id="{B8208BCB-DC9D-40B9-B536-0734752EF89E}"/>
              </a:ext>
            </a:extLst>
          </p:cNvPr>
          <p:cNvGrpSpPr>
            <a:grpSpLocks/>
          </p:cNvGrpSpPr>
          <p:nvPr/>
        </p:nvGrpSpPr>
        <p:grpSpPr bwMode="auto">
          <a:xfrm>
            <a:off x="8915400" y="3048000"/>
            <a:ext cx="673100" cy="673100"/>
            <a:chOff x="4414" y="2400"/>
            <a:chExt cx="192" cy="192"/>
          </a:xfrm>
        </p:grpSpPr>
        <p:sp>
          <p:nvSpPr>
            <p:cNvPr id="181346" name="Line 98">
              <a:extLst>
                <a:ext uri="{FF2B5EF4-FFF2-40B4-BE49-F238E27FC236}">
                  <a16:creationId xmlns:a16="http://schemas.microsoft.com/office/drawing/2014/main" id="{71593298-A77E-4CB1-B5CC-A967C95B4158}"/>
                </a:ext>
              </a:extLst>
            </p:cNvPr>
            <p:cNvSpPr>
              <a:spLocks noChangeShapeType="1"/>
            </p:cNvSpPr>
            <p:nvPr/>
          </p:nvSpPr>
          <p:spPr bwMode="auto">
            <a:xfrm>
              <a:off x="4414" y="2496"/>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47" name="Line 99">
              <a:extLst>
                <a:ext uri="{FF2B5EF4-FFF2-40B4-BE49-F238E27FC236}">
                  <a16:creationId xmlns:a16="http://schemas.microsoft.com/office/drawing/2014/main" id="{4F708F86-A8EF-4758-A6FD-8F4BF97D8481}"/>
                </a:ext>
              </a:extLst>
            </p:cNvPr>
            <p:cNvSpPr>
              <a:spLocks noChangeShapeType="1"/>
            </p:cNvSpPr>
            <p:nvPr/>
          </p:nvSpPr>
          <p:spPr bwMode="auto">
            <a:xfrm>
              <a:off x="4414" y="2400"/>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48" name="Line 100">
              <a:extLst>
                <a:ext uri="{FF2B5EF4-FFF2-40B4-BE49-F238E27FC236}">
                  <a16:creationId xmlns:a16="http://schemas.microsoft.com/office/drawing/2014/main" id="{33B88B8E-6310-4CAA-9DCB-61B77D21AEFF}"/>
                </a:ext>
              </a:extLst>
            </p:cNvPr>
            <p:cNvSpPr>
              <a:spLocks noChangeShapeType="1"/>
            </p:cNvSpPr>
            <p:nvPr/>
          </p:nvSpPr>
          <p:spPr bwMode="auto">
            <a:xfrm>
              <a:off x="4606" y="2496"/>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49" name="Line 101">
              <a:extLst>
                <a:ext uri="{FF2B5EF4-FFF2-40B4-BE49-F238E27FC236}">
                  <a16:creationId xmlns:a16="http://schemas.microsoft.com/office/drawing/2014/main" id="{7A1353DD-D552-4694-8434-9CC961AB18DA}"/>
                </a:ext>
              </a:extLst>
            </p:cNvPr>
            <p:cNvSpPr>
              <a:spLocks noChangeShapeType="1"/>
            </p:cNvSpPr>
            <p:nvPr/>
          </p:nvSpPr>
          <p:spPr bwMode="auto">
            <a:xfrm>
              <a:off x="4606" y="2400"/>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50" name="Line 102">
              <a:extLst>
                <a:ext uri="{FF2B5EF4-FFF2-40B4-BE49-F238E27FC236}">
                  <a16:creationId xmlns:a16="http://schemas.microsoft.com/office/drawing/2014/main" id="{85D03E4E-973E-4244-97D2-3C350810F8FD}"/>
                </a:ext>
              </a:extLst>
            </p:cNvPr>
            <p:cNvSpPr>
              <a:spLocks noChangeShapeType="1"/>
            </p:cNvSpPr>
            <p:nvPr/>
          </p:nvSpPr>
          <p:spPr bwMode="auto">
            <a:xfrm rot="-5400000">
              <a:off x="4558" y="2544"/>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51" name="Line 103">
              <a:extLst>
                <a:ext uri="{FF2B5EF4-FFF2-40B4-BE49-F238E27FC236}">
                  <a16:creationId xmlns:a16="http://schemas.microsoft.com/office/drawing/2014/main" id="{7D13DAC7-0BEF-4779-A613-846AF1CE3D7A}"/>
                </a:ext>
              </a:extLst>
            </p:cNvPr>
            <p:cNvSpPr>
              <a:spLocks noChangeShapeType="1"/>
            </p:cNvSpPr>
            <p:nvPr/>
          </p:nvSpPr>
          <p:spPr bwMode="auto">
            <a:xfrm rot="-5400000">
              <a:off x="4462" y="2544"/>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52" name="Line 104">
              <a:extLst>
                <a:ext uri="{FF2B5EF4-FFF2-40B4-BE49-F238E27FC236}">
                  <a16:creationId xmlns:a16="http://schemas.microsoft.com/office/drawing/2014/main" id="{758FDC13-057F-485D-9223-EFA0415F1421}"/>
                </a:ext>
              </a:extLst>
            </p:cNvPr>
            <p:cNvSpPr>
              <a:spLocks noChangeShapeType="1"/>
            </p:cNvSpPr>
            <p:nvPr/>
          </p:nvSpPr>
          <p:spPr bwMode="auto">
            <a:xfrm rot="-5400000">
              <a:off x="4558" y="2352"/>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53" name="Line 105">
              <a:extLst>
                <a:ext uri="{FF2B5EF4-FFF2-40B4-BE49-F238E27FC236}">
                  <a16:creationId xmlns:a16="http://schemas.microsoft.com/office/drawing/2014/main" id="{99E423ED-D493-4B9A-9729-FD9D5B1024BC}"/>
                </a:ext>
              </a:extLst>
            </p:cNvPr>
            <p:cNvSpPr>
              <a:spLocks noChangeShapeType="1"/>
            </p:cNvSpPr>
            <p:nvPr/>
          </p:nvSpPr>
          <p:spPr bwMode="auto">
            <a:xfrm rot="-5400000">
              <a:off x="4462" y="2352"/>
              <a:ext cx="0" cy="96"/>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sp>
        <p:nvSpPr>
          <p:cNvPr id="181253" name="Rectangle 5">
            <a:extLst>
              <a:ext uri="{FF2B5EF4-FFF2-40B4-BE49-F238E27FC236}">
                <a16:creationId xmlns:a16="http://schemas.microsoft.com/office/drawing/2014/main" id="{218B2C77-B448-45B1-BF60-0162A01585C8}"/>
              </a:ext>
            </a:extLst>
          </p:cNvPr>
          <p:cNvSpPr>
            <a:spLocks noChangeArrowheads="1"/>
          </p:cNvSpPr>
          <p:nvPr/>
        </p:nvSpPr>
        <p:spPr bwMode="auto">
          <a:xfrm>
            <a:off x="2514600" y="3048000"/>
            <a:ext cx="673100" cy="673100"/>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dirty="0">
                <a:latin typeface="Courier New" charset="0"/>
                <a:ea typeface="ＭＳ Ｐゴシック" charset="0"/>
              </a:rPr>
              <a:t>k</a:t>
            </a:r>
            <a:r>
              <a:rPr lang="en-US" sz="2000" b="1" baseline="-25000" dirty="0">
                <a:latin typeface="Courier New" charset="0"/>
                <a:ea typeface="ＭＳ Ｐゴシック" charset="0"/>
              </a:rPr>
              <a:t>0</a:t>
            </a:r>
            <a:endParaRPr lang="en-US" sz="2000" b="1" dirty="0">
              <a:latin typeface="Courier New" charset="0"/>
              <a:ea typeface="ＭＳ Ｐゴシック" charset="0"/>
            </a:endParaRPr>
          </a:p>
        </p:txBody>
      </p:sp>
      <p:sp>
        <p:nvSpPr>
          <p:cNvPr id="181255" name="Line 7">
            <a:extLst>
              <a:ext uri="{FF2B5EF4-FFF2-40B4-BE49-F238E27FC236}">
                <a16:creationId xmlns:a16="http://schemas.microsoft.com/office/drawing/2014/main" id="{AC687249-14D1-416B-B965-466993D0DF54}"/>
              </a:ext>
            </a:extLst>
          </p:cNvPr>
          <p:cNvSpPr>
            <a:spLocks noChangeShapeType="1"/>
          </p:cNvSpPr>
          <p:nvPr/>
        </p:nvSpPr>
        <p:spPr bwMode="auto">
          <a:xfrm>
            <a:off x="2514600" y="3384550"/>
            <a:ext cx="0" cy="33655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57" name="Line 9">
            <a:extLst>
              <a:ext uri="{FF2B5EF4-FFF2-40B4-BE49-F238E27FC236}">
                <a16:creationId xmlns:a16="http://schemas.microsoft.com/office/drawing/2014/main" id="{CB359791-A471-43A5-B418-CB7FF852C0FD}"/>
              </a:ext>
            </a:extLst>
          </p:cNvPr>
          <p:cNvSpPr>
            <a:spLocks noChangeShapeType="1"/>
          </p:cNvSpPr>
          <p:nvPr/>
        </p:nvSpPr>
        <p:spPr bwMode="auto">
          <a:xfrm>
            <a:off x="3187700" y="3384550"/>
            <a:ext cx="0" cy="33655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58" name="Line 10">
            <a:extLst>
              <a:ext uri="{FF2B5EF4-FFF2-40B4-BE49-F238E27FC236}">
                <a16:creationId xmlns:a16="http://schemas.microsoft.com/office/drawing/2014/main" id="{5C828001-FF99-4719-B884-E2CDD54A0C9E}"/>
              </a:ext>
            </a:extLst>
          </p:cNvPr>
          <p:cNvSpPr>
            <a:spLocks noChangeShapeType="1"/>
          </p:cNvSpPr>
          <p:nvPr/>
        </p:nvSpPr>
        <p:spPr bwMode="auto">
          <a:xfrm>
            <a:off x="3187700" y="3048000"/>
            <a:ext cx="0" cy="33655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59" name="Line 11">
            <a:extLst>
              <a:ext uri="{FF2B5EF4-FFF2-40B4-BE49-F238E27FC236}">
                <a16:creationId xmlns:a16="http://schemas.microsoft.com/office/drawing/2014/main" id="{A89905C1-9EAB-43DB-8A1F-1973BD452677}"/>
              </a:ext>
            </a:extLst>
          </p:cNvPr>
          <p:cNvSpPr>
            <a:spLocks noChangeShapeType="1"/>
          </p:cNvSpPr>
          <p:nvPr/>
        </p:nvSpPr>
        <p:spPr bwMode="auto">
          <a:xfrm rot="16200000">
            <a:off x="3019425" y="3552825"/>
            <a:ext cx="0" cy="33655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60" name="Line 12">
            <a:extLst>
              <a:ext uri="{FF2B5EF4-FFF2-40B4-BE49-F238E27FC236}">
                <a16:creationId xmlns:a16="http://schemas.microsoft.com/office/drawing/2014/main" id="{4E292C98-1171-4A8A-BD03-E31F410B1B9A}"/>
              </a:ext>
            </a:extLst>
          </p:cNvPr>
          <p:cNvSpPr>
            <a:spLocks noChangeShapeType="1"/>
          </p:cNvSpPr>
          <p:nvPr/>
        </p:nvSpPr>
        <p:spPr bwMode="auto">
          <a:xfrm rot="16200000">
            <a:off x="2682875" y="3552825"/>
            <a:ext cx="0" cy="33655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64" name="Rectangle 16">
            <a:extLst>
              <a:ext uri="{FF2B5EF4-FFF2-40B4-BE49-F238E27FC236}">
                <a16:creationId xmlns:a16="http://schemas.microsoft.com/office/drawing/2014/main" id="{07D41752-4F90-4C0D-BE41-2E7E23FD3EF1}"/>
              </a:ext>
            </a:extLst>
          </p:cNvPr>
          <p:cNvSpPr>
            <a:spLocks noChangeArrowheads="1"/>
          </p:cNvSpPr>
          <p:nvPr/>
        </p:nvSpPr>
        <p:spPr bwMode="auto">
          <a:xfrm>
            <a:off x="3200400" y="3048000"/>
            <a:ext cx="673100" cy="673100"/>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dirty="0">
                <a:latin typeface="Courier New" charset="0"/>
                <a:ea typeface="ＭＳ Ｐゴシック" charset="0"/>
              </a:rPr>
              <a:t>k</a:t>
            </a:r>
            <a:r>
              <a:rPr lang="en-US" sz="2000" b="1" baseline="-25000" dirty="0">
                <a:latin typeface="Courier New" charset="0"/>
                <a:ea typeface="ＭＳ Ｐゴシック" charset="0"/>
              </a:rPr>
              <a:t>1</a:t>
            </a:r>
          </a:p>
        </p:txBody>
      </p:sp>
      <p:sp>
        <p:nvSpPr>
          <p:cNvPr id="181275" name="Rectangle 27">
            <a:extLst>
              <a:ext uri="{FF2B5EF4-FFF2-40B4-BE49-F238E27FC236}">
                <a16:creationId xmlns:a16="http://schemas.microsoft.com/office/drawing/2014/main" id="{FA9C5A58-5B5E-4205-9057-1B70134A7B1A}"/>
              </a:ext>
            </a:extLst>
          </p:cNvPr>
          <p:cNvSpPr>
            <a:spLocks noChangeArrowheads="1"/>
          </p:cNvSpPr>
          <p:nvPr/>
        </p:nvSpPr>
        <p:spPr bwMode="auto">
          <a:xfrm>
            <a:off x="3860800" y="3048000"/>
            <a:ext cx="1625600" cy="673100"/>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6600" b="1">
                <a:latin typeface="Courier New" panose="02070309020205020404" pitchFamily="49" charset="0"/>
              </a:rPr>
              <a:t>…</a:t>
            </a:r>
          </a:p>
          <a:p>
            <a:pPr algn="ctr" eaLnBrk="1" hangingPunct="1"/>
            <a:endParaRPr lang="en-US" altLang="en-US" sz="1200" b="1">
              <a:latin typeface="Courier New" panose="02070309020205020404" pitchFamily="49" charset="0"/>
            </a:endParaRPr>
          </a:p>
          <a:p>
            <a:pPr algn="ctr" eaLnBrk="1" hangingPunct="1"/>
            <a:endParaRPr lang="en-US" altLang="en-US" sz="2000" b="1">
              <a:latin typeface="Courier New" panose="02070309020205020404" pitchFamily="49" charset="0"/>
            </a:endParaRPr>
          </a:p>
        </p:txBody>
      </p:sp>
      <p:grpSp>
        <p:nvGrpSpPr>
          <p:cNvPr id="25615" name="Group 28">
            <a:extLst>
              <a:ext uri="{FF2B5EF4-FFF2-40B4-BE49-F238E27FC236}">
                <a16:creationId xmlns:a16="http://schemas.microsoft.com/office/drawing/2014/main" id="{B4054EBC-6039-486A-B3C5-3CDA541674F1}"/>
              </a:ext>
            </a:extLst>
          </p:cNvPr>
          <p:cNvGrpSpPr>
            <a:grpSpLocks/>
          </p:cNvGrpSpPr>
          <p:nvPr/>
        </p:nvGrpSpPr>
        <p:grpSpPr bwMode="auto">
          <a:xfrm>
            <a:off x="3860800" y="3048000"/>
            <a:ext cx="1625600" cy="673100"/>
            <a:chOff x="4414" y="2400"/>
            <a:chExt cx="192" cy="192"/>
          </a:xfrm>
        </p:grpSpPr>
        <p:sp>
          <p:nvSpPr>
            <p:cNvPr id="181277" name="Line 29">
              <a:extLst>
                <a:ext uri="{FF2B5EF4-FFF2-40B4-BE49-F238E27FC236}">
                  <a16:creationId xmlns:a16="http://schemas.microsoft.com/office/drawing/2014/main" id="{896FAFD1-FD72-45A8-BD4A-64F7FB62CF8C}"/>
                </a:ext>
              </a:extLst>
            </p:cNvPr>
            <p:cNvSpPr>
              <a:spLocks noChangeShapeType="1"/>
            </p:cNvSpPr>
            <p:nvPr/>
          </p:nvSpPr>
          <p:spPr bwMode="auto">
            <a:xfrm>
              <a:off x="4414" y="249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78" name="Line 30">
              <a:extLst>
                <a:ext uri="{FF2B5EF4-FFF2-40B4-BE49-F238E27FC236}">
                  <a16:creationId xmlns:a16="http://schemas.microsoft.com/office/drawing/2014/main" id="{34D3793A-5B10-4B6F-8622-80FE9ACA14AC}"/>
                </a:ext>
              </a:extLst>
            </p:cNvPr>
            <p:cNvSpPr>
              <a:spLocks noChangeShapeType="1"/>
            </p:cNvSpPr>
            <p:nvPr/>
          </p:nvSpPr>
          <p:spPr bwMode="auto">
            <a:xfrm>
              <a:off x="4414" y="2400"/>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79" name="Line 31">
              <a:extLst>
                <a:ext uri="{FF2B5EF4-FFF2-40B4-BE49-F238E27FC236}">
                  <a16:creationId xmlns:a16="http://schemas.microsoft.com/office/drawing/2014/main" id="{CCFE9CD4-23F8-4ED2-8A6A-DC08189E45F6}"/>
                </a:ext>
              </a:extLst>
            </p:cNvPr>
            <p:cNvSpPr>
              <a:spLocks noChangeShapeType="1"/>
            </p:cNvSpPr>
            <p:nvPr/>
          </p:nvSpPr>
          <p:spPr bwMode="auto">
            <a:xfrm>
              <a:off x="4606" y="249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80" name="Line 32">
              <a:extLst>
                <a:ext uri="{FF2B5EF4-FFF2-40B4-BE49-F238E27FC236}">
                  <a16:creationId xmlns:a16="http://schemas.microsoft.com/office/drawing/2014/main" id="{8B06D515-DCDE-432B-A099-E5255405F856}"/>
                </a:ext>
              </a:extLst>
            </p:cNvPr>
            <p:cNvSpPr>
              <a:spLocks noChangeShapeType="1"/>
            </p:cNvSpPr>
            <p:nvPr/>
          </p:nvSpPr>
          <p:spPr bwMode="auto">
            <a:xfrm>
              <a:off x="4606" y="2400"/>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81" name="Line 33">
              <a:extLst>
                <a:ext uri="{FF2B5EF4-FFF2-40B4-BE49-F238E27FC236}">
                  <a16:creationId xmlns:a16="http://schemas.microsoft.com/office/drawing/2014/main" id="{699E07A4-999B-40AF-9337-AE8A6F9C0BF3}"/>
                </a:ext>
              </a:extLst>
            </p:cNvPr>
            <p:cNvSpPr>
              <a:spLocks noChangeShapeType="1"/>
            </p:cNvSpPr>
            <p:nvPr/>
          </p:nvSpPr>
          <p:spPr bwMode="auto">
            <a:xfrm rot="-5400000">
              <a:off x="4558" y="2544"/>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82" name="Line 34">
              <a:extLst>
                <a:ext uri="{FF2B5EF4-FFF2-40B4-BE49-F238E27FC236}">
                  <a16:creationId xmlns:a16="http://schemas.microsoft.com/office/drawing/2014/main" id="{396F84BD-024F-4390-91E5-32FF2E71292F}"/>
                </a:ext>
              </a:extLst>
            </p:cNvPr>
            <p:cNvSpPr>
              <a:spLocks noChangeShapeType="1"/>
            </p:cNvSpPr>
            <p:nvPr/>
          </p:nvSpPr>
          <p:spPr bwMode="auto">
            <a:xfrm rot="-5400000">
              <a:off x="4462" y="2544"/>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83" name="Line 35">
              <a:extLst>
                <a:ext uri="{FF2B5EF4-FFF2-40B4-BE49-F238E27FC236}">
                  <a16:creationId xmlns:a16="http://schemas.microsoft.com/office/drawing/2014/main" id="{101AC3C0-C00E-477E-B77A-F486EA13184F}"/>
                </a:ext>
              </a:extLst>
            </p:cNvPr>
            <p:cNvSpPr>
              <a:spLocks noChangeShapeType="1"/>
            </p:cNvSpPr>
            <p:nvPr/>
          </p:nvSpPr>
          <p:spPr bwMode="auto">
            <a:xfrm rot="-5400000">
              <a:off x="4558" y="2352"/>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284" name="Line 36">
              <a:extLst>
                <a:ext uri="{FF2B5EF4-FFF2-40B4-BE49-F238E27FC236}">
                  <a16:creationId xmlns:a16="http://schemas.microsoft.com/office/drawing/2014/main" id="{69492955-E3CD-44F1-8463-4AC28B884307}"/>
                </a:ext>
              </a:extLst>
            </p:cNvPr>
            <p:cNvSpPr>
              <a:spLocks noChangeShapeType="1"/>
            </p:cNvSpPr>
            <p:nvPr/>
          </p:nvSpPr>
          <p:spPr bwMode="auto">
            <a:xfrm rot="-5400000">
              <a:off x="4462" y="2352"/>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sp>
        <p:nvSpPr>
          <p:cNvPr id="181286" name="Rectangle 38">
            <a:extLst>
              <a:ext uri="{FF2B5EF4-FFF2-40B4-BE49-F238E27FC236}">
                <a16:creationId xmlns:a16="http://schemas.microsoft.com/office/drawing/2014/main" id="{913EB388-4561-41DE-86C3-E789CF11230C}"/>
              </a:ext>
            </a:extLst>
          </p:cNvPr>
          <p:cNvSpPr>
            <a:spLocks noChangeArrowheads="1"/>
          </p:cNvSpPr>
          <p:nvPr/>
        </p:nvSpPr>
        <p:spPr bwMode="auto">
          <a:xfrm>
            <a:off x="5486400" y="3048000"/>
            <a:ext cx="673100" cy="673100"/>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dirty="0">
                <a:latin typeface="Courier New" charset="0"/>
                <a:ea typeface="ＭＳ Ｐゴシック" charset="0"/>
              </a:rPr>
              <a:t>k</a:t>
            </a:r>
            <a:r>
              <a:rPr lang="en-US" sz="2000" b="1" baseline="-25000" dirty="0">
                <a:latin typeface="Courier New" charset="0"/>
                <a:ea typeface="ＭＳ Ｐゴシック" charset="0"/>
              </a:rPr>
              <a:t>i-1</a:t>
            </a:r>
          </a:p>
        </p:txBody>
      </p:sp>
      <p:sp>
        <p:nvSpPr>
          <p:cNvPr id="181354" name="Rectangle 106">
            <a:extLst>
              <a:ext uri="{FF2B5EF4-FFF2-40B4-BE49-F238E27FC236}">
                <a16:creationId xmlns:a16="http://schemas.microsoft.com/office/drawing/2014/main" id="{82BD679C-3FC8-4450-9E37-7A3927D28A10}"/>
              </a:ext>
            </a:extLst>
          </p:cNvPr>
          <p:cNvSpPr>
            <a:spLocks noGrp="1" noChangeArrowheads="1"/>
          </p:cNvSpPr>
          <p:nvPr>
            <p:ph type="title"/>
          </p:nvPr>
        </p:nvSpPr>
        <p:spPr/>
        <p:txBody>
          <a:bodyPr/>
          <a:lstStyle/>
          <a:p>
            <a:pPr>
              <a:defRPr/>
            </a:pPr>
            <a:r>
              <a:rPr lang="en-US" dirty="0">
                <a:cs typeface="+mj-cs"/>
              </a:rPr>
              <a:t>B+ Tree Nodes</a:t>
            </a:r>
          </a:p>
        </p:txBody>
      </p:sp>
      <p:sp>
        <p:nvSpPr>
          <p:cNvPr id="181355" name="Rectangle 107">
            <a:extLst>
              <a:ext uri="{FF2B5EF4-FFF2-40B4-BE49-F238E27FC236}">
                <a16:creationId xmlns:a16="http://schemas.microsoft.com/office/drawing/2014/main" id="{81D674D2-DAB7-4184-A9ED-CF3B4AC63915}"/>
              </a:ext>
            </a:extLst>
          </p:cNvPr>
          <p:cNvSpPr>
            <a:spLocks noGrp="1" noChangeArrowheads="1"/>
          </p:cNvSpPr>
          <p:nvPr>
            <p:ph type="body" idx="1"/>
          </p:nvPr>
        </p:nvSpPr>
        <p:spPr>
          <a:xfrm>
            <a:off x="2209800" y="1676400"/>
            <a:ext cx="8229600" cy="1066800"/>
          </a:xfrm>
        </p:spPr>
        <p:txBody>
          <a:bodyPr>
            <a:normAutofit lnSpcReduction="10000"/>
          </a:bodyPr>
          <a:lstStyle/>
          <a:p>
            <a:pPr>
              <a:buFont typeface="Wingdings" charset="0"/>
              <a:buChar char="n"/>
              <a:defRPr/>
            </a:pPr>
            <a:r>
              <a:rPr lang="en-US" sz="2400" dirty="0"/>
              <a:t>Internal node</a:t>
            </a:r>
          </a:p>
          <a:p>
            <a:pPr lvl="1">
              <a:buFont typeface="Wingdings" charset="0"/>
              <a:buChar char="n"/>
              <a:defRPr/>
            </a:pPr>
            <a:r>
              <a:rPr lang="en-US" sz="2200" dirty="0"/>
              <a:t>Pointer (Key, </a:t>
            </a:r>
            <a:r>
              <a:rPr lang="en-US" sz="2200" dirty="0" err="1"/>
              <a:t>NodePointer</a:t>
            </a:r>
            <a:r>
              <a:rPr lang="en-US" sz="2200" dirty="0"/>
              <a:t>)*M-1 in each node</a:t>
            </a:r>
          </a:p>
          <a:p>
            <a:pPr lvl="1">
              <a:buFont typeface="Wingdings" charset="0"/>
              <a:buChar char="n"/>
              <a:defRPr/>
            </a:pPr>
            <a:r>
              <a:rPr lang="en-US" sz="2200" dirty="0"/>
              <a:t>First </a:t>
            </a:r>
            <a:r>
              <a:rPr lang="en-US" sz="2200" dirty="0" err="1"/>
              <a:t>i</a:t>
            </a:r>
            <a:r>
              <a:rPr lang="en-US" sz="2200" dirty="0"/>
              <a:t> keys are currently in use</a:t>
            </a:r>
          </a:p>
        </p:txBody>
      </p:sp>
      <p:sp>
        <p:nvSpPr>
          <p:cNvPr id="181356" name="Rectangle 108">
            <a:extLst>
              <a:ext uri="{FF2B5EF4-FFF2-40B4-BE49-F238E27FC236}">
                <a16:creationId xmlns:a16="http://schemas.microsoft.com/office/drawing/2014/main" id="{59F302FB-9824-40B0-BDDF-DE8938DDE25E}"/>
              </a:ext>
            </a:extLst>
          </p:cNvPr>
          <p:cNvSpPr>
            <a:spLocks noChangeArrowheads="1"/>
          </p:cNvSpPr>
          <p:nvPr/>
        </p:nvSpPr>
        <p:spPr bwMode="auto">
          <a:xfrm>
            <a:off x="2209800" y="4114800"/>
            <a:ext cx="7772400" cy="1066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FontTx/>
              <a:buChar char="•"/>
              <a:defRPr/>
            </a:pPr>
            <a:r>
              <a:rPr lang="en-US" sz="2800" dirty="0">
                <a:latin typeface="Arial" charset="0"/>
                <a:ea typeface="ＭＳ Ｐゴシック" charset="0"/>
              </a:rPr>
              <a:t>Leaf</a:t>
            </a:r>
          </a:p>
          <a:p>
            <a:pPr marL="742950" lvl="1" indent="-285750">
              <a:spcBef>
                <a:spcPct val="20000"/>
              </a:spcBef>
              <a:buFontTx/>
              <a:buChar char="–"/>
              <a:defRPr/>
            </a:pPr>
            <a:r>
              <a:rPr lang="en-US" b="1" dirty="0">
                <a:latin typeface="Courier New" charset="0"/>
                <a:ea typeface="ＭＳ Ｐゴシック" charset="0"/>
              </a:rPr>
              <a:t>(Key, </a:t>
            </a:r>
            <a:r>
              <a:rPr lang="en-US" b="1" dirty="0" err="1">
                <a:latin typeface="Courier New" charset="0"/>
                <a:ea typeface="ＭＳ Ｐゴシック" charset="0"/>
              </a:rPr>
              <a:t>DataPointer</a:t>
            </a:r>
            <a:r>
              <a:rPr lang="en-US" b="1" dirty="0">
                <a:latin typeface="Courier New" charset="0"/>
                <a:ea typeface="ＭＳ Ｐゴシック" charset="0"/>
              </a:rPr>
              <a:t>)* L in each node</a:t>
            </a:r>
          </a:p>
          <a:p>
            <a:pPr marL="742950" lvl="1" indent="-285750">
              <a:spcBef>
                <a:spcPct val="20000"/>
              </a:spcBef>
              <a:buFontTx/>
              <a:buChar char="–"/>
              <a:defRPr/>
            </a:pPr>
            <a:r>
              <a:rPr lang="en-US" b="1" dirty="0">
                <a:latin typeface="Courier New" charset="0"/>
                <a:ea typeface="ＭＳ Ｐゴシック" charset="0"/>
              </a:rPr>
              <a:t> first j Keys currently in use</a:t>
            </a:r>
          </a:p>
          <a:p>
            <a:pPr marL="742950" lvl="1" indent="-285750">
              <a:spcBef>
                <a:spcPct val="20000"/>
              </a:spcBef>
              <a:buFontTx/>
              <a:buChar char="–"/>
              <a:defRPr/>
            </a:pPr>
            <a:endParaRPr lang="en-US" dirty="0">
              <a:latin typeface="Arial" charset="0"/>
              <a:ea typeface="ＭＳ Ｐゴシック" charset="0"/>
            </a:endParaRPr>
          </a:p>
        </p:txBody>
      </p:sp>
      <p:grpSp>
        <p:nvGrpSpPr>
          <p:cNvPr id="25620" name="Group 109">
            <a:extLst>
              <a:ext uri="{FF2B5EF4-FFF2-40B4-BE49-F238E27FC236}">
                <a16:creationId xmlns:a16="http://schemas.microsoft.com/office/drawing/2014/main" id="{B27D44FA-7563-4415-BE8F-F2EB56402135}"/>
              </a:ext>
            </a:extLst>
          </p:cNvPr>
          <p:cNvGrpSpPr>
            <a:grpSpLocks/>
          </p:cNvGrpSpPr>
          <p:nvPr/>
        </p:nvGrpSpPr>
        <p:grpSpPr bwMode="auto">
          <a:xfrm>
            <a:off x="2536825" y="5410200"/>
            <a:ext cx="673100" cy="673100"/>
            <a:chOff x="4272" y="2400"/>
            <a:chExt cx="192" cy="192"/>
          </a:xfrm>
        </p:grpSpPr>
        <p:sp>
          <p:nvSpPr>
            <p:cNvPr id="181358" name="Rectangle 110">
              <a:extLst>
                <a:ext uri="{FF2B5EF4-FFF2-40B4-BE49-F238E27FC236}">
                  <a16:creationId xmlns:a16="http://schemas.microsoft.com/office/drawing/2014/main" id="{A4CD715A-C9C6-4E92-94F0-42DE0F293102}"/>
                </a:ext>
              </a:extLst>
            </p:cNvPr>
            <p:cNvSpPr>
              <a:spLocks noChangeArrowheads="1"/>
            </p:cNvSpPr>
            <p:nvPr/>
          </p:nvSpPr>
          <p:spPr bwMode="auto">
            <a:xfrm>
              <a:off x="4272" y="2400"/>
              <a:ext cx="192" cy="192"/>
            </a:xfrm>
            <a:prstGeom prst="rect">
              <a:avLst/>
            </a:prstGeom>
            <a:noFill/>
            <a:ln w="28575">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dirty="0">
                  <a:solidFill>
                    <a:srgbClr val="339933"/>
                  </a:solidFill>
                  <a:latin typeface="Courier New" charset="0"/>
                  <a:ea typeface="ＭＳ Ｐゴシック" charset="0"/>
                </a:rPr>
                <a:t>k</a:t>
              </a:r>
              <a:r>
                <a:rPr lang="en-US" sz="2000" b="1" baseline="-25000" dirty="0">
                  <a:solidFill>
                    <a:srgbClr val="339933"/>
                  </a:solidFill>
                  <a:latin typeface="Courier New" charset="0"/>
                  <a:ea typeface="ＭＳ Ｐゴシック" charset="0"/>
                </a:rPr>
                <a:t>0</a:t>
              </a:r>
              <a:endParaRPr lang="en-US" sz="2000" b="1" dirty="0">
                <a:solidFill>
                  <a:srgbClr val="339933"/>
                </a:solidFill>
                <a:latin typeface="Courier New" charset="0"/>
                <a:ea typeface="ＭＳ Ｐゴシック" charset="0"/>
              </a:endParaRPr>
            </a:p>
          </p:txBody>
        </p:sp>
        <p:grpSp>
          <p:nvGrpSpPr>
            <p:cNvPr id="25706" name="Group 111">
              <a:extLst>
                <a:ext uri="{FF2B5EF4-FFF2-40B4-BE49-F238E27FC236}">
                  <a16:creationId xmlns:a16="http://schemas.microsoft.com/office/drawing/2014/main" id="{1188414E-6DCE-40CB-88C7-608AD4A09141}"/>
                </a:ext>
              </a:extLst>
            </p:cNvPr>
            <p:cNvGrpSpPr>
              <a:grpSpLocks/>
            </p:cNvGrpSpPr>
            <p:nvPr/>
          </p:nvGrpSpPr>
          <p:grpSpPr bwMode="auto">
            <a:xfrm>
              <a:off x="4272" y="2400"/>
              <a:ext cx="192" cy="192"/>
              <a:chOff x="4414" y="2400"/>
              <a:chExt cx="192" cy="192"/>
            </a:xfrm>
          </p:grpSpPr>
          <p:sp>
            <p:nvSpPr>
              <p:cNvPr id="181360" name="Line 112">
                <a:extLst>
                  <a:ext uri="{FF2B5EF4-FFF2-40B4-BE49-F238E27FC236}">
                    <a16:creationId xmlns:a16="http://schemas.microsoft.com/office/drawing/2014/main" id="{0E58CBEF-93B5-4FB5-AB57-13FCE85D94DD}"/>
                  </a:ext>
                </a:extLst>
              </p:cNvPr>
              <p:cNvSpPr>
                <a:spLocks noChangeShapeType="1"/>
              </p:cNvSpPr>
              <p:nvPr/>
            </p:nvSpPr>
            <p:spPr bwMode="auto">
              <a:xfrm>
                <a:off x="4414" y="2496"/>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61" name="Line 113">
                <a:extLst>
                  <a:ext uri="{FF2B5EF4-FFF2-40B4-BE49-F238E27FC236}">
                    <a16:creationId xmlns:a16="http://schemas.microsoft.com/office/drawing/2014/main" id="{3E42BB8D-379F-4A86-84A9-9396A4D06799}"/>
                  </a:ext>
                </a:extLst>
              </p:cNvPr>
              <p:cNvSpPr>
                <a:spLocks noChangeShapeType="1"/>
              </p:cNvSpPr>
              <p:nvPr/>
            </p:nvSpPr>
            <p:spPr bwMode="auto">
              <a:xfrm>
                <a:off x="4414" y="2400"/>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62" name="Line 114">
                <a:extLst>
                  <a:ext uri="{FF2B5EF4-FFF2-40B4-BE49-F238E27FC236}">
                    <a16:creationId xmlns:a16="http://schemas.microsoft.com/office/drawing/2014/main" id="{93BC4407-808F-4989-92E1-2621C6D1B79D}"/>
                  </a:ext>
                </a:extLst>
              </p:cNvPr>
              <p:cNvSpPr>
                <a:spLocks noChangeShapeType="1"/>
              </p:cNvSpPr>
              <p:nvPr/>
            </p:nvSpPr>
            <p:spPr bwMode="auto">
              <a:xfrm>
                <a:off x="4606" y="2496"/>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63" name="Line 115">
                <a:extLst>
                  <a:ext uri="{FF2B5EF4-FFF2-40B4-BE49-F238E27FC236}">
                    <a16:creationId xmlns:a16="http://schemas.microsoft.com/office/drawing/2014/main" id="{7CB7E312-5ACD-4A9E-A29E-88028A564B8D}"/>
                  </a:ext>
                </a:extLst>
              </p:cNvPr>
              <p:cNvSpPr>
                <a:spLocks noChangeShapeType="1"/>
              </p:cNvSpPr>
              <p:nvPr/>
            </p:nvSpPr>
            <p:spPr bwMode="auto">
              <a:xfrm>
                <a:off x="4606" y="2400"/>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64" name="Line 116">
                <a:extLst>
                  <a:ext uri="{FF2B5EF4-FFF2-40B4-BE49-F238E27FC236}">
                    <a16:creationId xmlns:a16="http://schemas.microsoft.com/office/drawing/2014/main" id="{7063D9E8-1391-4384-90B3-37A063DEA7F6}"/>
                  </a:ext>
                </a:extLst>
              </p:cNvPr>
              <p:cNvSpPr>
                <a:spLocks noChangeShapeType="1"/>
              </p:cNvSpPr>
              <p:nvPr/>
            </p:nvSpPr>
            <p:spPr bwMode="auto">
              <a:xfrm rot="-5400000">
                <a:off x="4558" y="2544"/>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65" name="Line 117">
                <a:extLst>
                  <a:ext uri="{FF2B5EF4-FFF2-40B4-BE49-F238E27FC236}">
                    <a16:creationId xmlns:a16="http://schemas.microsoft.com/office/drawing/2014/main" id="{009F4393-745F-4143-97E5-ACE7C175A4A8}"/>
                  </a:ext>
                </a:extLst>
              </p:cNvPr>
              <p:cNvSpPr>
                <a:spLocks noChangeShapeType="1"/>
              </p:cNvSpPr>
              <p:nvPr/>
            </p:nvSpPr>
            <p:spPr bwMode="auto">
              <a:xfrm rot="-5400000">
                <a:off x="4462" y="2544"/>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66" name="Line 118">
                <a:extLst>
                  <a:ext uri="{FF2B5EF4-FFF2-40B4-BE49-F238E27FC236}">
                    <a16:creationId xmlns:a16="http://schemas.microsoft.com/office/drawing/2014/main" id="{A551E57B-C678-4B9D-B1D0-7EC647D30D17}"/>
                  </a:ext>
                </a:extLst>
              </p:cNvPr>
              <p:cNvSpPr>
                <a:spLocks noChangeShapeType="1"/>
              </p:cNvSpPr>
              <p:nvPr/>
            </p:nvSpPr>
            <p:spPr bwMode="auto">
              <a:xfrm rot="-5400000">
                <a:off x="4558" y="2352"/>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67" name="Line 119">
                <a:extLst>
                  <a:ext uri="{FF2B5EF4-FFF2-40B4-BE49-F238E27FC236}">
                    <a16:creationId xmlns:a16="http://schemas.microsoft.com/office/drawing/2014/main" id="{D3ED219A-DEBF-4C82-A64E-D02ED1159CBE}"/>
                  </a:ext>
                </a:extLst>
              </p:cNvPr>
              <p:cNvSpPr>
                <a:spLocks noChangeShapeType="1"/>
              </p:cNvSpPr>
              <p:nvPr/>
            </p:nvSpPr>
            <p:spPr bwMode="auto">
              <a:xfrm rot="-5400000">
                <a:off x="4462" y="2352"/>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5621" name="Group 120">
            <a:extLst>
              <a:ext uri="{FF2B5EF4-FFF2-40B4-BE49-F238E27FC236}">
                <a16:creationId xmlns:a16="http://schemas.microsoft.com/office/drawing/2014/main" id="{07796913-B74C-4816-979F-5B35AF6B88DF}"/>
              </a:ext>
            </a:extLst>
          </p:cNvPr>
          <p:cNvGrpSpPr>
            <a:grpSpLocks/>
          </p:cNvGrpSpPr>
          <p:nvPr/>
        </p:nvGrpSpPr>
        <p:grpSpPr bwMode="auto">
          <a:xfrm>
            <a:off x="3209925" y="5410200"/>
            <a:ext cx="673100" cy="673100"/>
            <a:chOff x="4272" y="2400"/>
            <a:chExt cx="192" cy="192"/>
          </a:xfrm>
        </p:grpSpPr>
        <p:sp>
          <p:nvSpPr>
            <p:cNvPr id="181369" name="Rectangle 121">
              <a:extLst>
                <a:ext uri="{FF2B5EF4-FFF2-40B4-BE49-F238E27FC236}">
                  <a16:creationId xmlns:a16="http://schemas.microsoft.com/office/drawing/2014/main" id="{943C4C6F-BD30-48BD-A8AC-6761974ADB88}"/>
                </a:ext>
              </a:extLst>
            </p:cNvPr>
            <p:cNvSpPr>
              <a:spLocks noChangeArrowheads="1"/>
            </p:cNvSpPr>
            <p:nvPr/>
          </p:nvSpPr>
          <p:spPr bwMode="auto">
            <a:xfrm>
              <a:off x="4272" y="2400"/>
              <a:ext cx="192" cy="192"/>
            </a:xfrm>
            <a:prstGeom prst="rect">
              <a:avLst/>
            </a:prstGeom>
            <a:noFill/>
            <a:ln w="28575">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dirty="0">
                  <a:solidFill>
                    <a:srgbClr val="339933"/>
                  </a:solidFill>
                  <a:latin typeface="Courier New" charset="0"/>
                  <a:ea typeface="ＭＳ Ｐゴシック" charset="0"/>
                </a:rPr>
                <a:t>k</a:t>
              </a:r>
              <a:r>
                <a:rPr lang="en-US" sz="2000" b="1" baseline="-25000" dirty="0">
                  <a:solidFill>
                    <a:srgbClr val="339933"/>
                  </a:solidFill>
                  <a:latin typeface="Courier New" charset="0"/>
                  <a:ea typeface="ＭＳ Ｐゴシック" charset="0"/>
                </a:rPr>
                <a:t>1</a:t>
              </a:r>
            </a:p>
          </p:txBody>
        </p:sp>
        <p:grpSp>
          <p:nvGrpSpPr>
            <p:cNvPr id="25696" name="Group 122">
              <a:extLst>
                <a:ext uri="{FF2B5EF4-FFF2-40B4-BE49-F238E27FC236}">
                  <a16:creationId xmlns:a16="http://schemas.microsoft.com/office/drawing/2014/main" id="{18F6EBC0-6387-406B-BB3E-19C9AF13AA7D}"/>
                </a:ext>
              </a:extLst>
            </p:cNvPr>
            <p:cNvGrpSpPr>
              <a:grpSpLocks/>
            </p:cNvGrpSpPr>
            <p:nvPr/>
          </p:nvGrpSpPr>
          <p:grpSpPr bwMode="auto">
            <a:xfrm>
              <a:off x="4272" y="2400"/>
              <a:ext cx="192" cy="192"/>
              <a:chOff x="4414" y="2400"/>
              <a:chExt cx="192" cy="192"/>
            </a:xfrm>
          </p:grpSpPr>
          <p:sp>
            <p:nvSpPr>
              <p:cNvPr id="181371" name="Line 123">
                <a:extLst>
                  <a:ext uri="{FF2B5EF4-FFF2-40B4-BE49-F238E27FC236}">
                    <a16:creationId xmlns:a16="http://schemas.microsoft.com/office/drawing/2014/main" id="{67DBC48F-6ACF-4205-A3E0-8BFE54348376}"/>
                  </a:ext>
                </a:extLst>
              </p:cNvPr>
              <p:cNvSpPr>
                <a:spLocks noChangeShapeType="1"/>
              </p:cNvSpPr>
              <p:nvPr/>
            </p:nvSpPr>
            <p:spPr bwMode="auto">
              <a:xfrm>
                <a:off x="4414" y="2496"/>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72" name="Line 124">
                <a:extLst>
                  <a:ext uri="{FF2B5EF4-FFF2-40B4-BE49-F238E27FC236}">
                    <a16:creationId xmlns:a16="http://schemas.microsoft.com/office/drawing/2014/main" id="{0834DCBD-94B9-4C12-92B5-2A6AABBD6844}"/>
                  </a:ext>
                </a:extLst>
              </p:cNvPr>
              <p:cNvSpPr>
                <a:spLocks noChangeShapeType="1"/>
              </p:cNvSpPr>
              <p:nvPr/>
            </p:nvSpPr>
            <p:spPr bwMode="auto">
              <a:xfrm>
                <a:off x="4414" y="2400"/>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73" name="Line 125">
                <a:extLst>
                  <a:ext uri="{FF2B5EF4-FFF2-40B4-BE49-F238E27FC236}">
                    <a16:creationId xmlns:a16="http://schemas.microsoft.com/office/drawing/2014/main" id="{E692DA55-CAE5-4F69-A93F-1AB60FAEA41F}"/>
                  </a:ext>
                </a:extLst>
              </p:cNvPr>
              <p:cNvSpPr>
                <a:spLocks noChangeShapeType="1"/>
              </p:cNvSpPr>
              <p:nvPr/>
            </p:nvSpPr>
            <p:spPr bwMode="auto">
              <a:xfrm>
                <a:off x="4606" y="2496"/>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74" name="Line 126">
                <a:extLst>
                  <a:ext uri="{FF2B5EF4-FFF2-40B4-BE49-F238E27FC236}">
                    <a16:creationId xmlns:a16="http://schemas.microsoft.com/office/drawing/2014/main" id="{C53FA58C-F7FE-4C9B-B76D-6BEBCE25CE34}"/>
                  </a:ext>
                </a:extLst>
              </p:cNvPr>
              <p:cNvSpPr>
                <a:spLocks noChangeShapeType="1"/>
              </p:cNvSpPr>
              <p:nvPr/>
            </p:nvSpPr>
            <p:spPr bwMode="auto">
              <a:xfrm>
                <a:off x="4606" y="2400"/>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75" name="Line 127">
                <a:extLst>
                  <a:ext uri="{FF2B5EF4-FFF2-40B4-BE49-F238E27FC236}">
                    <a16:creationId xmlns:a16="http://schemas.microsoft.com/office/drawing/2014/main" id="{056F7B27-D05B-48F6-8871-429F295E15DA}"/>
                  </a:ext>
                </a:extLst>
              </p:cNvPr>
              <p:cNvSpPr>
                <a:spLocks noChangeShapeType="1"/>
              </p:cNvSpPr>
              <p:nvPr/>
            </p:nvSpPr>
            <p:spPr bwMode="auto">
              <a:xfrm rot="-5400000">
                <a:off x="4558" y="2544"/>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76" name="Line 128">
                <a:extLst>
                  <a:ext uri="{FF2B5EF4-FFF2-40B4-BE49-F238E27FC236}">
                    <a16:creationId xmlns:a16="http://schemas.microsoft.com/office/drawing/2014/main" id="{7D1F1B13-92F9-4F62-963A-C9DB73D3744E}"/>
                  </a:ext>
                </a:extLst>
              </p:cNvPr>
              <p:cNvSpPr>
                <a:spLocks noChangeShapeType="1"/>
              </p:cNvSpPr>
              <p:nvPr/>
            </p:nvSpPr>
            <p:spPr bwMode="auto">
              <a:xfrm rot="-5400000">
                <a:off x="4462" y="2544"/>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77" name="Line 129">
                <a:extLst>
                  <a:ext uri="{FF2B5EF4-FFF2-40B4-BE49-F238E27FC236}">
                    <a16:creationId xmlns:a16="http://schemas.microsoft.com/office/drawing/2014/main" id="{B826C17D-7FBC-4293-8B7A-FAE8562306B7}"/>
                  </a:ext>
                </a:extLst>
              </p:cNvPr>
              <p:cNvSpPr>
                <a:spLocks noChangeShapeType="1"/>
              </p:cNvSpPr>
              <p:nvPr/>
            </p:nvSpPr>
            <p:spPr bwMode="auto">
              <a:xfrm rot="-5400000">
                <a:off x="4558" y="2352"/>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78" name="Line 130">
                <a:extLst>
                  <a:ext uri="{FF2B5EF4-FFF2-40B4-BE49-F238E27FC236}">
                    <a16:creationId xmlns:a16="http://schemas.microsoft.com/office/drawing/2014/main" id="{B335D110-C7C2-4835-BD9C-11E7E730B522}"/>
                  </a:ext>
                </a:extLst>
              </p:cNvPr>
              <p:cNvSpPr>
                <a:spLocks noChangeShapeType="1"/>
              </p:cNvSpPr>
              <p:nvPr/>
            </p:nvSpPr>
            <p:spPr bwMode="auto">
              <a:xfrm rot="-5400000">
                <a:off x="4462" y="2352"/>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5622" name="Group 131">
            <a:extLst>
              <a:ext uri="{FF2B5EF4-FFF2-40B4-BE49-F238E27FC236}">
                <a16:creationId xmlns:a16="http://schemas.microsoft.com/office/drawing/2014/main" id="{DBB1219E-D768-4108-B77D-1EA6B5B5629F}"/>
              </a:ext>
            </a:extLst>
          </p:cNvPr>
          <p:cNvGrpSpPr>
            <a:grpSpLocks/>
          </p:cNvGrpSpPr>
          <p:nvPr/>
        </p:nvGrpSpPr>
        <p:grpSpPr bwMode="auto">
          <a:xfrm>
            <a:off x="3883025" y="5410200"/>
            <a:ext cx="2311400" cy="673100"/>
            <a:chOff x="4272" y="2400"/>
            <a:chExt cx="192" cy="192"/>
          </a:xfrm>
        </p:grpSpPr>
        <p:sp>
          <p:nvSpPr>
            <p:cNvPr id="181380" name="Rectangle 132">
              <a:extLst>
                <a:ext uri="{FF2B5EF4-FFF2-40B4-BE49-F238E27FC236}">
                  <a16:creationId xmlns:a16="http://schemas.microsoft.com/office/drawing/2014/main" id="{21FB344B-5C3C-4E05-B7B3-032B1877128C}"/>
                </a:ext>
              </a:extLst>
            </p:cNvPr>
            <p:cNvSpPr>
              <a:spLocks noChangeArrowheads="1"/>
            </p:cNvSpPr>
            <p:nvPr/>
          </p:nvSpPr>
          <p:spPr bwMode="auto">
            <a:xfrm>
              <a:off x="4272" y="2400"/>
              <a:ext cx="192" cy="192"/>
            </a:xfrm>
            <a:prstGeom prst="rect">
              <a:avLst/>
            </a:prstGeom>
            <a:noFill/>
            <a:ln w="28575">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6600" b="1">
                  <a:solidFill>
                    <a:srgbClr val="339933"/>
                  </a:solidFill>
                  <a:latin typeface="Courier New" panose="02070309020205020404" pitchFamily="49" charset="0"/>
                </a:rPr>
                <a:t>…</a:t>
              </a:r>
            </a:p>
            <a:p>
              <a:pPr algn="ctr" eaLnBrk="1" hangingPunct="1"/>
              <a:endParaRPr lang="en-US" altLang="en-US" sz="1200" b="1">
                <a:solidFill>
                  <a:srgbClr val="339933"/>
                </a:solidFill>
                <a:latin typeface="Courier New" panose="02070309020205020404" pitchFamily="49" charset="0"/>
              </a:endParaRPr>
            </a:p>
            <a:p>
              <a:pPr algn="ctr" eaLnBrk="1" hangingPunct="1"/>
              <a:endParaRPr lang="en-US" altLang="en-US" sz="2000" b="1">
                <a:solidFill>
                  <a:srgbClr val="339933"/>
                </a:solidFill>
                <a:latin typeface="Courier New" panose="02070309020205020404" pitchFamily="49" charset="0"/>
              </a:endParaRPr>
            </a:p>
          </p:txBody>
        </p:sp>
        <p:grpSp>
          <p:nvGrpSpPr>
            <p:cNvPr id="25686" name="Group 133">
              <a:extLst>
                <a:ext uri="{FF2B5EF4-FFF2-40B4-BE49-F238E27FC236}">
                  <a16:creationId xmlns:a16="http://schemas.microsoft.com/office/drawing/2014/main" id="{B1215915-E2B8-44A7-AFBD-9BBE528E41C4}"/>
                </a:ext>
              </a:extLst>
            </p:cNvPr>
            <p:cNvGrpSpPr>
              <a:grpSpLocks/>
            </p:cNvGrpSpPr>
            <p:nvPr/>
          </p:nvGrpSpPr>
          <p:grpSpPr bwMode="auto">
            <a:xfrm>
              <a:off x="4272" y="2400"/>
              <a:ext cx="192" cy="192"/>
              <a:chOff x="4414" y="2400"/>
              <a:chExt cx="192" cy="192"/>
            </a:xfrm>
          </p:grpSpPr>
          <p:sp>
            <p:nvSpPr>
              <p:cNvPr id="181382" name="Line 134">
                <a:extLst>
                  <a:ext uri="{FF2B5EF4-FFF2-40B4-BE49-F238E27FC236}">
                    <a16:creationId xmlns:a16="http://schemas.microsoft.com/office/drawing/2014/main" id="{E7FC8BAE-43EF-41EE-82F3-58B12A22B1CE}"/>
                  </a:ext>
                </a:extLst>
              </p:cNvPr>
              <p:cNvSpPr>
                <a:spLocks noChangeShapeType="1"/>
              </p:cNvSpPr>
              <p:nvPr/>
            </p:nvSpPr>
            <p:spPr bwMode="auto">
              <a:xfrm>
                <a:off x="4414" y="2496"/>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83" name="Line 135">
                <a:extLst>
                  <a:ext uri="{FF2B5EF4-FFF2-40B4-BE49-F238E27FC236}">
                    <a16:creationId xmlns:a16="http://schemas.microsoft.com/office/drawing/2014/main" id="{341D657E-5729-4055-9280-C17E70E88708}"/>
                  </a:ext>
                </a:extLst>
              </p:cNvPr>
              <p:cNvSpPr>
                <a:spLocks noChangeShapeType="1"/>
              </p:cNvSpPr>
              <p:nvPr/>
            </p:nvSpPr>
            <p:spPr bwMode="auto">
              <a:xfrm>
                <a:off x="4414" y="2400"/>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84" name="Line 136">
                <a:extLst>
                  <a:ext uri="{FF2B5EF4-FFF2-40B4-BE49-F238E27FC236}">
                    <a16:creationId xmlns:a16="http://schemas.microsoft.com/office/drawing/2014/main" id="{0103FE10-4A90-4C23-9D9D-2CC9D98B5878}"/>
                  </a:ext>
                </a:extLst>
              </p:cNvPr>
              <p:cNvSpPr>
                <a:spLocks noChangeShapeType="1"/>
              </p:cNvSpPr>
              <p:nvPr/>
            </p:nvSpPr>
            <p:spPr bwMode="auto">
              <a:xfrm>
                <a:off x="4606" y="2496"/>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85" name="Line 137">
                <a:extLst>
                  <a:ext uri="{FF2B5EF4-FFF2-40B4-BE49-F238E27FC236}">
                    <a16:creationId xmlns:a16="http://schemas.microsoft.com/office/drawing/2014/main" id="{F0ABD716-CC1C-4884-AD4C-A53DDFFBACF8}"/>
                  </a:ext>
                </a:extLst>
              </p:cNvPr>
              <p:cNvSpPr>
                <a:spLocks noChangeShapeType="1"/>
              </p:cNvSpPr>
              <p:nvPr/>
            </p:nvSpPr>
            <p:spPr bwMode="auto">
              <a:xfrm>
                <a:off x="4606" y="2400"/>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86" name="Line 138">
                <a:extLst>
                  <a:ext uri="{FF2B5EF4-FFF2-40B4-BE49-F238E27FC236}">
                    <a16:creationId xmlns:a16="http://schemas.microsoft.com/office/drawing/2014/main" id="{2C63B706-AEF9-4F9C-B0DE-705B24D04C20}"/>
                  </a:ext>
                </a:extLst>
              </p:cNvPr>
              <p:cNvSpPr>
                <a:spLocks noChangeShapeType="1"/>
              </p:cNvSpPr>
              <p:nvPr/>
            </p:nvSpPr>
            <p:spPr bwMode="auto">
              <a:xfrm rot="-5400000">
                <a:off x="4558" y="2544"/>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87" name="Line 139">
                <a:extLst>
                  <a:ext uri="{FF2B5EF4-FFF2-40B4-BE49-F238E27FC236}">
                    <a16:creationId xmlns:a16="http://schemas.microsoft.com/office/drawing/2014/main" id="{FB54E839-A7EF-44AD-91D6-F7E6A7248A34}"/>
                  </a:ext>
                </a:extLst>
              </p:cNvPr>
              <p:cNvSpPr>
                <a:spLocks noChangeShapeType="1"/>
              </p:cNvSpPr>
              <p:nvPr/>
            </p:nvSpPr>
            <p:spPr bwMode="auto">
              <a:xfrm rot="-5400000">
                <a:off x="4462" y="2544"/>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88" name="Line 140">
                <a:extLst>
                  <a:ext uri="{FF2B5EF4-FFF2-40B4-BE49-F238E27FC236}">
                    <a16:creationId xmlns:a16="http://schemas.microsoft.com/office/drawing/2014/main" id="{451E8C73-6C3D-414F-9A58-B3CDF4324D30}"/>
                  </a:ext>
                </a:extLst>
              </p:cNvPr>
              <p:cNvSpPr>
                <a:spLocks noChangeShapeType="1"/>
              </p:cNvSpPr>
              <p:nvPr/>
            </p:nvSpPr>
            <p:spPr bwMode="auto">
              <a:xfrm rot="-5400000">
                <a:off x="4558" y="2352"/>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89" name="Line 141">
                <a:extLst>
                  <a:ext uri="{FF2B5EF4-FFF2-40B4-BE49-F238E27FC236}">
                    <a16:creationId xmlns:a16="http://schemas.microsoft.com/office/drawing/2014/main" id="{91932FDB-00AC-4551-B26D-EA4AFD3121F9}"/>
                  </a:ext>
                </a:extLst>
              </p:cNvPr>
              <p:cNvSpPr>
                <a:spLocks noChangeShapeType="1"/>
              </p:cNvSpPr>
              <p:nvPr/>
            </p:nvSpPr>
            <p:spPr bwMode="auto">
              <a:xfrm rot="-5400000">
                <a:off x="4462" y="2352"/>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5623" name="Group 142">
            <a:extLst>
              <a:ext uri="{FF2B5EF4-FFF2-40B4-BE49-F238E27FC236}">
                <a16:creationId xmlns:a16="http://schemas.microsoft.com/office/drawing/2014/main" id="{AFF5D931-BC5F-43DF-8464-8097ED2F2161}"/>
              </a:ext>
            </a:extLst>
          </p:cNvPr>
          <p:cNvGrpSpPr>
            <a:grpSpLocks/>
          </p:cNvGrpSpPr>
          <p:nvPr/>
        </p:nvGrpSpPr>
        <p:grpSpPr bwMode="auto">
          <a:xfrm>
            <a:off x="6194425" y="5410200"/>
            <a:ext cx="673100" cy="673100"/>
            <a:chOff x="4272" y="2400"/>
            <a:chExt cx="192" cy="192"/>
          </a:xfrm>
        </p:grpSpPr>
        <p:sp>
          <p:nvSpPr>
            <p:cNvPr id="181391" name="Rectangle 143">
              <a:extLst>
                <a:ext uri="{FF2B5EF4-FFF2-40B4-BE49-F238E27FC236}">
                  <a16:creationId xmlns:a16="http://schemas.microsoft.com/office/drawing/2014/main" id="{5AC545D7-E43E-42A7-82F7-DF3F3AE92BC2}"/>
                </a:ext>
              </a:extLst>
            </p:cNvPr>
            <p:cNvSpPr>
              <a:spLocks noChangeArrowheads="1"/>
            </p:cNvSpPr>
            <p:nvPr/>
          </p:nvSpPr>
          <p:spPr bwMode="auto">
            <a:xfrm>
              <a:off x="4272" y="2400"/>
              <a:ext cx="192" cy="192"/>
            </a:xfrm>
            <a:prstGeom prst="rect">
              <a:avLst/>
            </a:prstGeom>
            <a:noFill/>
            <a:ln w="28575">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dirty="0">
                  <a:solidFill>
                    <a:srgbClr val="339933"/>
                  </a:solidFill>
                  <a:latin typeface="Courier New" charset="0"/>
                  <a:ea typeface="ＭＳ Ｐゴシック" charset="0"/>
                </a:rPr>
                <a:t>k</a:t>
              </a:r>
              <a:r>
                <a:rPr lang="en-US" sz="2000" b="1" baseline="-25000" dirty="0">
                  <a:solidFill>
                    <a:srgbClr val="339933"/>
                  </a:solidFill>
                  <a:latin typeface="Courier New" charset="0"/>
                  <a:ea typeface="ＭＳ Ｐゴシック" charset="0"/>
                </a:rPr>
                <a:t>j-1</a:t>
              </a:r>
            </a:p>
          </p:txBody>
        </p:sp>
        <p:grpSp>
          <p:nvGrpSpPr>
            <p:cNvPr id="25676" name="Group 144">
              <a:extLst>
                <a:ext uri="{FF2B5EF4-FFF2-40B4-BE49-F238E27FC236}">
                  <a16:creationId xmlns:a16="http://schemas.microsoft.com/office/drawing/2014/main" id="{F65A6615-014A-4103-9B09-20E1DD4A5029}"/>
                </a:ext>
              </a:extLst>
            </p:cNvPr>
            <p:cNvGrpSpPr>
              <a:grpSpLocks/>
            </p:cNvGrpSpPr>
            <p:nvPr/>
          </p:nvGrpSpPr>
          <p:grpSpPr bwMode="auto">
            <a:xfrm>
              <a:off x="4272" y="2400"/>
              <a:ext cx="192" cy="192"/>
              <a:chOff x="4414" y="2400"/>
              <a:chExt cx="192" cy="192"/>
            </a:xfrm>
          </p:grpSpPr>
          <p:sp>
            <p:nvSpPr>
              <p:cNvPr id="181393" name="Line 145">
                <a:extLst>
                  <a:ext uri="{FF2B5EF4-FFF2-40B4-BE49-F238E27FC236}">
                    <a16:creationId xmlns:a16="http://schemas.microsoft.com/office/drawing/2014/main" id="{5FE55185-FD21-478B-BB57-3507E7E18314}"/>
                  </a:ext>
                </a:extLst>
              </p:cNvPr>
              <p:cNvSpPr>
                <a:spLocks noChangeShapeType="1"/>
              </p:cNvSpPr>
              <p:nvPr/>
            </p:nvSpPr>
            <p:spPr bwMode="auto">
              <a:xfrm>
                <a:off x="4414" y="2496"/>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94" name="Line 146">
                <a:extLst>
                  <a:ext uri="{FF2B5EF4-FFF2-40B4-BE49-F238E27FC236}">
                    <a16:creationId xmlns:a16="http://schemas.microsoft.com/office/drawing/2014/main" id="{661756FF-086D-4C80-9C7D-C3D0250703B7}"/>
                  </a:ext>
                </a:extLst>
              </p:cNvPr>
              <p:cNvSpPr>
                <a:spLocks noChangeShapeType="1"/>
              </p:cNvSpPr>
              <p:nvPr/>
            </p:nvSpPr>
            <p:spPr bwMode="auto">
              <a:xfrm>
                <a:off x="4414" y="2400"/>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95" name="Line 147">
                <a:extLst>
                  <a:ext uri="{FF2B5EF4-FFF2-40B4-BE49-F238E27FC236}">
                    <a16:creationId xmlns:a16="http://schemas.microsoft.com/office/drawing/2014/main" id="{74E66114-D6B6-48AD-8477-A1E2C99B4558}"/>
                  </a:ext>
                </a:extLst>
              </p:cNvPr>
              <p:cNvSpPr>
                <a:spLocks noChangeShapeType="1"/>
              </p:cNvSpPr>
              <p:nvPr/>
            </p:nvSpPr>
            <p:spPr bwMode="auto">
              <a:xfrm>
                <a:off x="4606" y="2496"/>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96" name="Line 148">
                <a:extLst>
                  <a:ext uri="{FF2B5EF4-FFF2-40B4-BE49-F238E27FC236}">
                    <a16:creationId xmlns:a16="http://schemas.microsoft.com/office/drawing/2014/main" id="{E4AE3AB9-9DC1-4E3D-AEE8-BEE885F844E7}"/>
                  </a:ext>
                </a:extLst>
              </p:cNvPr>
              <p:cNvSpPr>
                <a:spLocks noChangeShapeType="1"/>
              </p:cNvSpPr>
              <p:nvPr/>
            </p:nvSpPr>
            <p:spPr bwMode="auto">
              <a:xfrm>
                <a:off x="4606" y="2400"/>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97" name="Line 149">
                <a:extLst>
                  <a:ext uri="{FF2B5EF4-FFF2-40B4-BE49-F238E27FC236}">
                    <a16:creationId xmlns:a16="http://schemas.microsoft.com/office/drawing/2014/main" id="{2A5EF056-91FC-4587-A664-1414D4BEC31D}"/>
                  </a:ext>
                </a:extLst>
              </p:cNvPr>
              <p:cNvSpPr>
                <a:spLocks noChangeShapeType="1"/>
              </p:cNvSpPr>
              <p:nvPr/>
            </p:nvSpPr>
            <p:spPr bwMode="auto">
              <a:xfrm rot="-5400000">
                <a:off x="4558" y="2544"/>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98" name="Line 150">
                <a:extLst>
                  <a:ext uri="{FF2B5EF4-FFF2-40B4-BE49-F238E27FC236}">
                    <a16:creationId xmlns:a16="http://schemas.microsoft.com/office/drawing/2014/main" id="{6CB31E93-4135-43EE-9E25-CFF8FEA9F823}"/>
                  </a:ext>
                </a:extLst>
              </p:cNvPr>
              <p:cNvSpPr>
                <a:spLocks noChangeShapeType="1"/>
              </p:cNvSpPr>
              <p:nvPr/>
            </p:nvSpPr>
            <p:spPr bwMode="auto">
              <a:xfrm rot="-5400000">
                <a:off x="4462" y="2544"/>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399" name="Line 151">
                <a:extLst>
                  <a:ext uri="{FF2B5EF4-FFF2-40B4-BE49-F238E27FC236}">
                    <a16:creationId xmlns:a16="http://schemas.microsoft.com/office/drawing/2014/main" id="{D5C02146-2789-4253-A944-C389E70463FA}"/>
                  </a:ext>
                </a:extLst>
              </p:cNvPr>
              <p:cNvSpPr>
                <a:spLocks noChangeShapeType="1"/>
              </p:cNvSpPr>
              <p:nvPr/>
            </p:nvSpPr>
            <p:spPr bwMode="auto">
              <a:xfrm rot="-5400000">
                <a:off x="4558" y="2352"/>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00" name="Line 152">
                <a:extLst>
                  <a:ext uri="{FF2B5EF4-FFF2-40B4-BE49-F238E27FC236}">
                    <a16:creationId xmlns:a16="http://schemas.microsoft.com/office/drawing/2014/main" id="{EC1068B9-3A7D-46C5-B802-72F713CEE962}"/>
                  </a:ext>
                </a:extLst>
              </p:cNvPr>
              <p:cNvSpPr>
                <a:spLocks noChangeShapeType="1"/>
              </p:cNvSpPr>
              <p:nvPr/>
            </p:nvSpPr>
            <p:spPr bwMode="auto">
              <a:xfrm rot="-5400000">
                <a:off x="4462" y="2352"/>
                <a:ext cx="0" cy="96"/>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5624" name="Group 153">
            <a:extLst>
              <a:ext uri="{FF2B5EF4-FFF2-40B4-BE49-F238E27FC236}">
                <a16:creationId xmlns:a16="http://schemas.microsoft.com/office/drawing/2014/main" id="{E041ED82-551C-4501-AB14-002646F192F7}"/>
              </a:ext>
            </a:extLst>
          </p:cNvPr>
          <p:cNvGrpSpPr>
            <a:grpSpLocks/>
          </p:cNvGrpSpPr>
          <p:nvPr/>
        </p:nvGrpSpPr>
        <p:grpSpPr bwMode="auto">
          <a:xfrm>
            <a:off x="7543800" y="5410200"/>
            <a:ext cx="2076450" cy="673100"/>
            <a:chOff x="4272" y="2400"/>
            <a:chExt cx="192" cy="192"/>
          </a:xfrm>
        </p:grpSpPr>
        <p:sp>
          <p:nvSpPr>
            <p:cNvPr id="181402" name="Rectangle 154">
              <a:extLst>
                <a:ext uri="{FF2B5EF4-FFF2-40B4-BE49-F238E27FC236}">
                  <a16:creationId xmlns:a16="http://schemas.microsoft.com/office/drawing/2014/main" id="{7F2276FE-BF60-4F69-83C1-976FE3EF604C}"/>
                </a:ext>
              </a:extLst>
            </p:cNvPr>
            <p:cNvSpPr>
              <a:spLocks noChangeArrowheads="1"/>
            </p:cNvSpPr>
            <p:nvPr/>
          </p:nvSpPr>
          <p:spPr bwMode="auto">
            <a:xfrm>
              <a:off x="4272" y="2400"/>
              <a:ext cx="192" cy="192"/>
            </a:xfrm>
            <a:prstGeom prst="rect">
              <a:avLst/>
            </a:prstGeom>
            <a:noFill/>
            <a:ln w="9525">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b="1">
                  <a:solidFill>
                    <a:schemeClr val="bg2"/>
                  </a:solidFill>
                  <a:latin typeface="Courier New" panose="02070309020205020404" pitchFamily="49" charset="0"/>
                </a:rPr>
                <a:t> </a:t>
              </a:r>
              <a:r>
                <a:rPr lang="en-US" altLang="en-US" sz="5400" b="1">
                  <a:solidFill>
                    <a:schemeClr val="bg2"/>
                  </a:solidFill>
                  <a:latin typeface="Courier New" panose="02070309020205020404" pitchFamily="49" charset="0"/>
                </a:rPr>
                <a:t>…</a:t>
              </a:r>
              <a:endParaRPr lang="en-US" altLang="en-US" sz="6600" b="1">
                <a:solidFill>
                  <a:schemeClr val="bg2"/>
                </a:solidFill>
                <a:latin typeface="Courier New" panose="02070309020205020404" pitchFamily="49" charset="0"/>
              </a:endParaRPr>
            </a:p>
            <a:p>
              <a:pPr algn="ctr" eaLnBrk="1" hangingPunct="1"/>
              <a:endParaRPr lang="en-US" altLang="en-US" sz="1200" b="1">
                <a:solidFill>
                  <a:schemeClr val="bg2"/>
                </a:solidFill>
                <a:latin typeface="Courier New" panose="02070309020205020404" pitchFamily="49" charset="0"/>
              </a:endParaRPr>
            </a:p>
            <a:p>
              <a:pPr algn="ctr" eaLnBrk="1" hangingPunct="1"/>
              <a:endParaRPr lang="en-US" altLang="en-US" sz="2000" b="1">
                <a:solidFill>
                  <a:schemeClr val="bg2"/>
                </a:solidFill>
                <a:latin typeface="Courier New" panose="02070309020205020404" pitchFamily="49" charset="0"/>
              </a:endParaRPr>
            </a:p>
          </p:txBody>
        </p:sp>
        <p:grpSp>
          <p:nvGrpSpPr>
            <p:cNvPr id="25666" name="Group 155">
              <a:extLst>
                <a:ext uri="{FF2B5EF4-FFF2-40B4-BE49-F238E27FC236}">
                  <a16:creationId xmlns:a16="http://schemas.microsoft.com/office/drawing/2014/main" id="{6A550E11-5E79-4A3E-91C7-73D443AD6A8F}"/>
                </a:ext>
              </a:extLst>
            </p:cNvPr>
            <p:cNvGrpSpPr>
              <a:grpSpLocks/>
            </p:cNvGrpSpPr>
            <p:nvPr/>
          </p:nvGrpSpPr>
          <p:grpSpPr bwMode="auto">
            <a:xfrm>
              <a:off x="4272" y="2400"/>
              <a:ext cx="192" cy="192"/>
              <a:chOff x="4414" y="2400"/>
              <a:chExt cx="192" cy="192"/>
            </a:xfrm>
          </p:grpSpPr>
          <p:sp>
            <p:nvSpPr>
              <p:cNvPr id="181404" name="Line 156">
                <a:extLst>
                  <a:ext uri="{FF2B5EF4-FFF2-40B4-BE49-F238E27FC236}">
                    <a16:creationId xmlns:a16="http://schemas.microsoft.com/office/drawing/2014/main" id="{588722DF-2882-4604-AA58-4CD1645E5692}"/>
                  </a:ext>
                </a:extLst>
              </p:cNvPr>
              <p:cNvSpPr>
                <a:spLocks noChangeShapeType="1"/>
              </p:cNvSpPr>
              <p:nvPr/>
            </p:nvSpPr>
            <p:spPr bwMode="auto">
              <a:xfrm>
                <a:off x="4414" y="2496"/>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05" name="Line 157">
                <a:extLst>
                  <a:ext uri="{FF2B5EF4-FFF2-40B4-BE49-F238E27FC236}">
                    <a16:creationId xmlns:a16="http://schemas.microsoft.com/office/drawing/2014/main" id="{C3D414AF-31FC-454F-85FD-18F9A9834DBE}"/>
                  </a:ext>
                </a:extLst>
              </p:cNvPr>
              <p:cNvSpPr>
                <a:spLocks noChangeShapeType="1"/>
              </p:cNvSpPr>
              <p:nvPr/>
            </p:nvSpPr>
            <p:spPr bwMode="auto">
              <a:xfrm>
                <a:off x="4414" y="2400"/>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06" name="Line 158">
                <a:extLst>
                  <a:ext uri="{FF2B5EF4-FFF2-40B4-BE49-F238E27FC236}">
                    <a16:creationId xmlns:a16="http://schemas.microsoft.com/office/drawing/2014/main" id="{22ADFB3A-65C5-4082-9BDC-0C870400466D}"/>
                  </a:ext>
                </a:extLst>
              </p:cNvPr>
              <p:cNvSpPr>
                <a:spLocks noChangeShapeType="1"/>
              </p:cNvSpPr>
              <p:nvPr/>
            </p:nvSpPr>
            <p:spPr bwMode="auto">
              <a:xfrm>
                <a:off x="4606" y="2496"/>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07" name="Line 159">
                <a:extLst>
                  <a:ext uri="{FF2B5EF4-FFF2-40B4-BE49-F238E27FC236}">
                    <a16:creationId xmlns:a16="http://schemas.microsoft.com/office/drawing/2014/main" id="{5579AE05-F7BF-4574-A38E-10ABEE80CA38}"/>
                  </a:ext>
                </a:extLst>
              </p:cNvPr>
              <p:cNvSpPr>
                <a:spLocks noChangeShapeType="1"/>
              </p:cNvSpPr>
              <p:nvPr/>
            </p:nvSpPr>
            <p:spPr bwMode="auto">
              <a:xfrm>
                <a:off x="4606" y="2400"/>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08" name="Line 160">
                <a:extLst>
                  <a:ext uri="{FF2B5EF4-FFF2-40B4-BE49-F238E27FC236}">
                    <a16:creationId xmlns:a16="http://schemas.microsoft.com/office/drawing/2014/main" id="{E5CE591B-9928-40D3-9447-172F7E0438BD}"/>
                  </a:ext>
                </a:extLst>
              </p:cNvPr>
              <p:cNvSpPr>
                <a:spLocks noChangeShapeType="1"/>
              </p:cNvSpPr>
              <p:nvPr/>
            </p:nvSpPr>
            <p:spPr bwMode="auto">
              <a:xfrm rot="-5400000">
                <a:off x="4558" y="2544"/>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09" name="Line 161">
                <a:extLst>
                  <a:ext uri="{FF2B5EF4-FFF2-40B4-BE49-F238E27FC236}">
                    <a16:creationId xmlns:a16="http://schemas.microsoft.com/office/drawing/2014/main" id="{63700EF0-64F4-4C4F-83F9-E4631B273C0B}"/>
                  </a:ext>
                </a:extLst>
              </p:cNvPr>
              <p:cNvSpPr>
                <a:spLocks noChangeShapeType="1"/>
              </p:cNvSpPr>
              <p:nvPr/>
            </p:nvSpPr>
            <p:spPr bwMode="auto">
              <a:xfrm rot="-5400000">
                <a:off x="4462" y="2544"/>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10" name="Line 162">
                <a:extLst>
                  <a:ext uri="{FF2B5EF4-FFF2-40B4-BE49-F238E27FC236}">
                    <a16:creationId xmlns:a16="http://schemas.microsoft.com/office/drawing/2014/main" id="{D4AE48EA-5078-4FE6-97B1-0B6854F1E40D}"/>
                  </a:ext>
                </a:extLst>
              </p:cNvPr>
              <p:cNvSpPr>
                <a:spLocks noChangeShapeType="1"/>
              </p:cNvSpPr>
              <p:nvPr/>
            </p:nvSpPr>
            <p:spPr bwMode="auto">
              <a:xfrm rot="-5400000">
                <a:off x="4558" y="2352"/>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11" name="Line 163">
                <a:extLst>
                  <a:ext uri="{FF2B5EF4-FFF2-40B4-BE49-F238E27FC236}">
                    <a16:creationId xmlns:a16="http://schemas.microsoft.com/office/drawing/2014/main" id="{A56F2CE0-B4DC-4903-B32B-95582578D68B}"/>
                  </a:ext>
                </a:extLst>
              </p:cNvPr>
              <p:cNvSpPr>
                <a:spLocks noChangeShapeType="1"/>
              </p:cNvSpPr>
              <p:nvPr/>
            </p:nvSpPr>
            <p:spPr bwMode="auto">
              <a:xfrm rot="-5400000">
                <a:off x="4462" y="2352"/>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5625" name="Group 164">
            <a:extLst>
              <a:ext uri="{FF2B5EF4-FFF2-40B4-BE49-F238E27FC236}">
                <a16:creationId xmlns:a16="http://schemas.microsoft.com/office/drawing/2014/main" id="{00709FAB-B740-4D26-B908-47051E709447}"/>
              </a:ext>
            </a:extLst>
          </p:cNvPr>
          <p:cNvGrpSpPr>
            <a:grpSpLocks/>
          </p:cNvGrpSpPr>
          <p:nvPr/>
        </p:nvGrpSpPr>
        <p:grpSpPr bwMode="auto">
          <a:xfrm>
            <a:off x="6870700" y="5410200"/>
            <a:ext cx="673100" cy="673100"/>
            <a:chOff x="4272" y="2400"/>
            <a:chExt cx="192" cy="192"/>
          </a:xfrm>
        </p:grpSpPr>
        <p:sp>
          <p:nvSpPr>
            <p:cNvPr id="181413" name="Rectangle 165">
              <a:extLst>
                <a:ext uri="{FF2B5EF4-FFF2-40B4-BE49-F238E27FC236}">
                  <a16:creationId xmlns:a16="http://schemas.microsoft.com/office/drawing/2014/main" id="{F74F3A10-49F0-43D4-8206-CC8C12415725}"/>
                </a:ext>
              </a:extLst>
            </p:cNvPr>
            <p:cNvSpPr>
              <a:spLocks noChangeArrowheads="1"/>
            </p:cNvSpPr>
            <p:nvPr/>
          </p:nvSpPr>
          <p:spPr bwMode="auto">
            <a:xfrm>
              <a:off x="4272" y="2400"/>
              <a:ext cx="192" cy="192"/>
            </a:xfrm>
            <a:prstGeom prst="rect">
              <a:avLst/>
            </a:prstGeom>
            <a:noFill/>
            <a:ln w="9525">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baseline="30000">
                  <a:solidFill>
                    <a:schemeClr val="bg2"/>
                  </a:solidFill>
                  <a:latin typeface="Courier New" charset="0"/>
                  <a:ea typeface="ＭＳ Ｐゴシック" charset="0"/>
                </a:rPr>
                <a:t>__</a:t>
              </a:r>
              <a:endParaRPr lang="en-US" sz="2000" b="1">
                <a:solidFill>
                  <a:schemeClr val="bg2"/>
                </a:solidFill>
                <a:latin typeface="Courier New" charset="0"/>
                <a:ea typeface="ＭＳ Ｐゴシック" charset="0"/>
              </a:endParaRPr>
            </a:p>
          </p:txBody>
        </p:sp>
        <p:grpSp>
          <p:nvGrpSpPr>
            <p:cNvPr id="25656" name="Group 166">
              <a:extLst>
                <a:ext uri="{FF2B5EF4-FFF2-40B4-BE49-F238E27FC236}">
                  <a16:creationId xmlns:a16="http://schemas.microsoft.com/office/drawing/2014/main" id="{1988AEA3-33FE-4EA4-B5C1-F79916C2569D}"/>
                </a:ext>
              </a:extLst>
            </p:cNvPr>
            <p:cNvGrpSpPr>
              <a:grpSpLocks/>
            </p:cNvGrpSpPr>
            <p:nvPr/>
          </p:nvGrpSpPr>
          <p:grpSpPr bwMode="auto">
            <a:xfrm>
              <a:off x="4272" y="2400"/>
              <a:ext cx="192" cy="192"/>
              <a:chOff x="4414" y="2400"/>
              <a:chExt cx="192" cy="192"/>
            </a:xfrm>
          </p:grpSpPr>
          <p:sp>
            <p:nvSpPr>
              <p:cNvPr id="181415" name="Line 167">
                <a:extLst>
                  <a:ext uri="{FF2B5EF4-FFF2-40B4-BE49-F238E27FC236}">
                    <a16:creationId xmlns:a16="http://schemas.microsoft.com/office/drawing/2014/main" id="{8F5FD377-7EE5-4EAF-9AEB-82408E58E9B3}"/>
                  </a:ext>
                </a:extLst>
              </p:cNvPr>
              <p:cNvSpPr>
                <a:spLocks noChangeShapeType="1"/>
              </p:cNvSpPr>
              <p:nvPr/>
            </p:nvSpPr>
            <p:spPr bwMode="auto">
              <a:xfrm>
                <a:off x="4414" y="2496"/>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16" name="Line 168">
                <a:extLst>
                  <a:ext uri="{FF2B5EF4-FFF2-40B4-BE49-F238E27FC236}">
                    <a16:creationId xmlns:a16="http://schemas.microsoft.com/office/drawing/2014/main" id="{58001D94-5140-4780-B9F2-4DAB4541E49F}"/>
                  </a:ext>
                </a:extLst>
              </p:cNvPr>
              <p:cNvSpPr>
                <a:spLocks noChangeShapeType="1"/>
              </p:cNvSpPr>
              <p:nvPr/>
            </p:nvSpPr>
            <p:spPr bwMode="auto">
              <a:xfrm>
                <a:off x="4414" y="2400"/>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17" name="Line 169">
                <a:extLst>
                  <a:ext uri="{FF2B5EF4-FFF2-40B4-BE49-F238E27FC236}">
                    <a16:creationId xmlns:a16="http://schemas.microsoft.com/office/drawing/2014/main" id="{A0EC80F6-D4D8-4BB4-9874-BB6AFED84708}"/>
                  </a:ext>
                </a:extLst>
              </p:cNvPr>
              <p:cNvSpPr>
                <a:spLocks noChangeShapeType="1"/>
              </p:cNvSpPr>
              <p:nvPr/>
            </p:nvSpPr>
            <p:spPr bwMode="auto">
              <a:xfrm>
                <a:off x="4606" y="2496"/>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18" name="Line 170">
                <a:extLst>
                  <a:ext uri="{FF2B5EF4-FFF2-40B4-BE49-F238E27FC236}">
                    <a16:creationId xmlns:a16="http://schemas.microsoft.com/office/drawing/2014/main" id="{AADD5468-51DD-49A0-A897-B1A57175E8E0}"/>
                  </a:ext>
                </a:extLst>
              </p:cNvPr>
              <p:cNvSpPr>
                <a:spLocks noChangeShapeType="1"/>
              </p:cNvSpPr>
              <p:nvPr/>
            </p:nvSpPr>
            <p:spPr bwMode="auto">
              <a:xfrm>
                <a:off x="4606" y="2400"/>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19" name="Line 171">
                <a:extLst>
                  <a:ext uri="{FF2B5EF4-FFF2-40B4-BE49-F238E27FC236}">
                    <a16:creationId xmlns:a16="http://schemas.microsoft.com/office/drawing/2014/main" id="{9313FC6E-AEF6-4707-A17E-C5D2788C0B8F}"/>
                  </a:ext>
                </a:extLst>
              </p:cNvPr>
              <p:cNvSpPr>
                <a:spLocks noChangeShapeType="1"/>
              </p:cNvSpPr>
              <p:nvPr/>
            </p:nvSpPr>
            <p:spPr bwMode="auto">
              <a:xfrm rot="-5400000">
                <a:off x="4558" y="2544"/>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20" name="Line 172">
                <a:extLst>
                  <a:ext uri="{FF2B5EF4-FFF2-40B4-BE49-F238E27FC236}">
                    <a16:creationId xmlns:a16="http://schemas.microsoft.com/office/drawing/2014/main" id="{4F6098C2-8EA5-40C7-BFCF-EBD34A5A97E9}"/>
                  </a:ext>
                </a:extLst>
              </p:cNvPr>
              <p:cNvSpPr>
                <a:spLocks noChangeShapeType="1"/>
              </p:cNvSpPr>
              <p:nvPr/>
            </p:nvSpPr>
            <p:spPr bwMode="auto">
              <a:xfrm rot="-5400000">
                <a:off x="4462" y="2544"/>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21" name="Line 173">
                <a:extLst>
                  <a:ext uri="{FF2B5EF4-FFF2-40B4-BE49-F238E27FC236}">
                    <a16:creationId xmlns:a16="http://schemas.microsoft.com/office/drawing/2014/main" id="{2370CE76-8AB6-43DF-9571-AA5C63C2193D}"/>
                  </a:ext>
                </a:extLst>
              </p:cNvPr>
              <p:cNvSpPr>
                <a:spLocks noChangeShapeType="1"/>
              </p:cNvSpPr>
              <p:nvPr/>
            </p:nvSpPr>
            <p:spPr bwMode="auto">
              <a:xfrm rot="-5400000">
                <a:off x="4558" y="2352"/>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22" name="Line 174">
                <a:extLst>
                  <a:ext uri="{FF2B5EF4-FFF2-40B4-BE49-F238E27FC236}">
                    <a16:creationId xmlns:a16="http://schemas.microsoft.com/office/drawing/2014/main" id="{8DCFEE1C-98FE-463E-B0AE-751B9FA74D7C}"/>
                  </a:ext>
                </a:extLst>
              </p:cNvPr>
              <p:cNvSpPr>
                <a:spLocks noChangeShapeType="1"/>
              </p:cNvSpPr>
              <p:nvPr/>
            </p:nvSpPr>
            <p:spPr bwMode="auto">
              <a:xfrm rot="-5400000">
                <a:off x="4462" y="2352"/>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5626" name="Group 175">
            <a:extLst>
              <a:ext uri="{FF2B5EF4-FFF2-40B4-BE49-F238E27FC236}">
                <a16:creationId xmlns:a16="http://schemas.microsoft.com/office/drawing/2014/main" id="{E0F44FB0-66FE-4072-9685-2529A67B008F}"/>
              </a:ext>
            </a:extLst>
          </p:cNvPr>
          <p:cNvGrpSpPr>
            <a:grpSpLocks/>
          </p:cNvGrpSpPr>
          <p:nvPr/>
        </p:nvGrpSpPr>
        <p:grpSpPr bwMode="auto">
          <a:xfrm>
            <a:off x="9620250" y="5410200"/>
            <a:ext cx="673100" cy="673100"/>
            <a:chOff x="4272" y="2400"/>
            <a:chExt cx="192" cy="192"/>
          </a:xfrm>
        </p:grpSpPr>
        <p:sp>
          <p:nvSpPr>
            <p:cNvPr id="181424" name="Rectangle 176">
              <a:extLst>
                <a:ext uri="{FF2B5EF4-FFF2-40B4-BE49-F238E27FC236}">
                  <a16:creationId xmlns:a16="http://schemas.microsoft.com/office/drawing/2014/main" id="{257248CE-BC68-4119-823B-15280E211BDA}"/>
                </a:ext>
              </a:extLst>
            </p:cNvPr>
            <p:cNvSpPr>
              <a:spLocks noChangeArrowheads="1"/>
            </p:cNvSpPr>
            <p:nvPr/>
          </p:nvSpPr>
          <p:spPr bwMode="auto">
            <a:xfrm>
              <a:off x="4272" y="2400"/>
              <a:ext cx="192" cy="192"/>
            </a:xfrm>
            <a:prstGeom prst="rect">
              <a:avLst/>
            </a:prstGeom>
            <a:noFill/>
            <a:ln w="9525">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baseline="30000">
                  <a:solidFill>
                    <a:schemeClr val="bg2"/>
                  </a:solidFill>
                  <a:latin typeface="Courier New" charset="0"/>
                  <a:ea typeface="ＭＳ Ｐゴシック" charset="0"/>
                </a:rPr>
                <a:t>__</a:t>
              </a:r>
              <a:endParaRPr lang="en-US" sz="2000" b="1">
                <a:solidFill>
                  <a:schemeClr val="bg2"/>
                </a:solidFill>
                <a:latin typeface="Courier New" charset="0"/>
                <a:ea typeface="ＭＳ Ｐゴシック" charset="0"/>
              </a:endParaRPr>
            </a:p>
          </p:txBody>
        </p:sp>
        <p:grpSp>
          <p:nvGrpSpPr>
            <p:cNvPr id="25646" name="Group 177">
              <a:extLst>
                <a:ext uri="{FF2B5EF4-FFF2-40B4-BE49-F238E27FC236}">
                  <a16:creationId xmlns:a16="http://schemas.microsoft.com/office/drawing/2014/main" id="{0CB81215-6BA1-4A0C-A1B6-298F2875C179}"/>
                </a:ext>
              </a:extLst>
            </p:cNvPr>
            <p:cNvGrpSpPr>
              <a:grpSpLocks/>
            </p:cNvGrpSpPr>
            <p:nvPr/>
          </p:nvGrpSpPr>
          <p:grpSpPr bwMode="auto">
            <a:xfrm>
              <a:off x="4272" y="2400"/>
              <a:ext cx="192" cy="192"/>
              <a:chOff x="4414" y="2400"/>
              <a:chExt cx="192" cy="192"/>
            </a:xfrm>
          </p:grpSpPr>
          <p:sp>
            <p:nvSpPr>
              <p:cNvPr id="181426" name="Line 178">
                <a:extLst>
                  <a:ext uri="{FF2B5EF4-FFF2-40B4-BE49-F238E27FC236}">
                    <a16:creationId xmlns:a16="http://schemas.microsoft.com/office/drawing/2014/main" id="{E84F5C68-0DC0-43B7-ACDA-E225594C47E7}"/>
                  </a:ext>
                </a:extLst>
              </p:cNvPr>
              <p:cNvSpPr>
                <a:spLocks noChangeShapeType="1"/>
              </p:cNvSpPr>
              <p:nvPr/>
            </p:nvSpPr>
            <p:spPr bwMode="auto">
              <a:xfrm>
                <a:off x="4414" y="2496"/>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27" name="Line 179">
                <a:extLst>
                  <a:ext uri="{FF2B5EF4-FFF2-40B4-BE49-F238E27FC236}">
                    <a16:creationId xmlns:a16="http://schemas.microsoft.com/office/drawing/2014/main" id="{EE013F2A-DD59-4A80-8453-E1041C099F64}"/>
                  </a:ext>
                </a:extLst>
              </p:cNvPr>
              <p:cNvSpPr>
                <a:spLocks noChangeShapeType="1"/>
              </p:cNvSpPr>
              <p:nvPr/>
            </p:nvSpPr>
            <p:spPr bwMode="auto">
              <a:xfrm>
                <a:off x="4414" y="2400"/>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28" name="Line 180">
                <a:extLst>
                  <a:ext uri="{FF2B5EF4-FFF2-40B4-BE49-F238E27FC236}">
                    <a16:creationId xmlns:a16="http://schemas.microsoft.com/office/drawing/2014/main" id="{A20F7B1C-4050-4273-8561-C91E7E7E0E4C}"/>
                  </a:ext>
                </a:extLst>
              </p:cNvPr>
              <p:cNvSpPr>
                <a:spLocks noChangeShapeType="1"/>
              </p:cNvSpPr>
              <p:nvPr/>
            </p:nvSpPr>
            <p:spPr bwMode="auto">
              <a:xfrm>
                <a:off x="4606" y="2496"/>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29" name="Line 181">
                <a:extLst>
                  <a:ext uri="{FF2B5EF4-FFF2-40B4-BE49-F238E27FC236}">
                    <a16:creationId xmlns:a16="http://schemas.microsoft.com/office/drawing/2014/main" id="{2C5A6795-54AA-4427-875A-865B07C231DF}"/>
                  </a:ext>
                </a:extLst>
              </p:cNvPr>
              <p:cNvSpPr>
                <a:spLocks noChangeShapeType="1"/>
              </p:cNvSpPr>
              <p:nvPr/>
            </p:nvSpPr>
            <p:spPr bwMode="auto">
              <a:xfrm>
                <a:off x="4606" y="2400"/>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30" name="Line 182">
                <a:extLst>
                  <a:ext uri="{FF2B5EF4-FFF2-40B4-BE49-F238E27FC236}">
                    <a16:creationId xmlns:a16="http://schemas.microsoft.com/office/drawing/2014/main" id="{CE554D94-B427-4C3F-9FB4-487CB5406393}"/>
                  </a:ext>
                </a:extLst>
              </p:cNvPr>
              <p:cNvSpPr>
                <a:spLocks noChangeShapeType="1"/>
              </p:cNvSpPr>
              <p:nvPr/>
            </p:nvSpPr>
            <p:spPr bwMode="auto">
              <a:xfrm rot="-5400000">
                <a:off x="4558" y="2544"/>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31" name="Line 183">
                <a:extLst>
                  <a:ext uri="{FF2B5EF4-FFF2-40B4-BE49-F238E27FC236}">
                    <a16:creationId xmlns:a16="http://schemas.microsoft.com/office/drawing/2014/main" id="{D1591ABF-BC87-4CD2-B0C7-EA3905247CB1}"/>
                  </a:ext>
                </a:extLst>
              </p:cNvPr>
              <p:cNvSpPr>
                <a:spLocks noChangeShapeType="1"/>
              </p:cNvSpPr>
              <p:nvPr/>
            </p:nvSpPr>
            <p:spPr bwMode="auto">
              <a:xfrm rot="-5400000">
                <a:off x="4462" y="2544"/>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32" name="Line 184">
                <a:extLst>
                  <a:ext uri="{FF2B5EF4-FFF2-40B4-BE49-F238E27FC236}">
                    <a16:creationId xmlns:a16="http://schemas.microsoft.com/office/drawing/2014/main" id="{28303B23-F9FC-4389-BEE0-8FEBC2F3171E}"/>
                  </a:ext>
                </a:extLst>
              </p:cNvPr>
              <p:cNvSpPr>
                <a:spLocks noChangeShapeType="1"/>
              </p:cNvSpPr>
              <p:nvPr/>
            </p:nvSpPr>
            <p:spPr bwMode="auto">
              <a:xfrm rot="-5400000">
                <a:off x="4558" y="2352"/>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1433" name="Line 185">
                <a:extLst>
                  <a:ext uri="{FF2B5EF4-FFF2-40B4-BE49-F238E27FC236}">
                    <a16:creationId xmlns:a16="http://schemas.microsoft.com/office/drawing/2014/main" id="{9DA09D2D-6921-47DD-A51D-6F05BF41B62E}"/>
                  </a:ext>
                </a:extLst>
              </p:cNvPr>
              <p:cNvSpPr>
                <a:spLocks noChangeShapeType="1"/>
              </p:cNvSpPr>
              <p:nvPr/>
            </p:nvSpPr>
            <p:spPr bwMode="auto">
              <a:xfrm rot="-5400000">
                <a:off x="4462" y="2352"/>
                <a:ext cx="0" cy="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sp>
        <p:nvSpPr>
          <p:cNvPr id="181434" name="Text Box 186">
            <a:extLst>
              <a:ext uri="{FF2B5EF4-FFF2-40B4-BE49-F238E27FC236}">
                <a16:creationId xmlns:a16="http://schemas.microsoft.com/office/drawing/2014/main" id="{45543779-0642-40A8-865F-1631F89BC28F}"/>
              </a:ext>
            </a:extLst>
          </p:cNvPr>
          <p:cNvSpPr txBox="1">
            <a:spLocks noChangeArrowheads="1"/>
          </p:cNvSpPr>
          <p:nvPr/>
        </p:nvSpPr>
        <p:spPr bwMode="auto">
          <a:xfrm>
            <a:off x="2651125" y="3683000"/>
            <a:ext cx="323850"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dirty="0">
                <a:latin typeface="Courier New" charset="0"/>
                <a:ea typeface="ＭＳ Ｐゴシック" charset="0"/>
              </a:rPr>
              <a:t>0</a:t>
            </a:r>
          </a:p>
        </p:txBody>
      </p:sp>
      <p:sp>
        <p:nvSpPr>
          <p:cNvPr id="181435" name="Text Box 187">
            <a:extLst>
              <a:ext uri="{FF2B5EF4-FFF2-40B4-BE49-F238E27FC236}">
                <a16:creationId xmlns:a16="http://schemas.microsoft.com/office/drawing/2014/main" id="{B5C45A91-34F7-4E1D-822F-EE24D3A5D53F}"/>
              </a:ext>
            </a:extLst>
          </p:cNvPr>
          <p:cNvSpPr txBox="1">
            <a:spLocks noChangeArrowheads="1"/>
          </p:cNvSpPr>
          <p:nvPr/>
        </p:nvSpPr>
        <p:spPr bwMode="auto">
          <a:xfrm>
            <a:off x="3352800" y="3683000"/>
            <a:ext cx="323850"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dirty="0">
                <a:latin typeface="Courier New" charset="0"/>
                <a:ea typeface="ＭＳ Ｐゴシック" charset="0"/>
              </a:rPr>
              <a:t>1</a:t>
            </a:r>
          </a:p>
        </p:txBody>
      </p:sp>
      <p:sp>
        <p:nvSpPr>
          <p:cNvPr id="181436" name="Text Box 188">
            <a:extLst>
              <a:ext uri="{FF2B5EF4-FFF2-40B4-BE49-F238E27FC236}">
                <a16:creationId xmlns:a16="http://schemas.microsoft.com/office/drawing/2014/main" id="{2F97AE19-F807-49DC-B766-D3FD4D16CF4F}"/>
              </a:ext>
            </a:extLst>
          </p:cNvPr>
          <p:cNvSpPr txBox="1">
            <a:spLocks noChangeArrowheads="1"/>
          </p:cNvSpPr>
          <p:nvPr/>
        </p:nvSpPr>
        <p:spPr bwMode="auto">
          <a:xfrm>
            <a:off x="8839200" y="3683000"/>
            <a:ext cx="890588"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i="1" dirty="0">
                <a:latin typeface="Courier New" charset="0"/>
                <a:ea typeface="ＭＳ Ｐゴシック" charset="0"/>
              </a:rPr>
              <a:t>M </a:t>
            </a:r>
            <a:r>
              <a:rPr lang="en-US" b="1" dirty="0">
                <a:latin typeface="Courier New" charset="0"/>
                <a:ea typeface="ＭＳ Ｐゴシック" charset="0"/>
              </a:rPr>
              <a:t>- 2</a:t>
            </a:r>
          </a:p>
        </p:txBody>
      </p:sp>
      <p:sp>
        <p:nvSpPr>
          <p:cNvPr id="181437" name="Text Box 189">
            <a:extLst>
              <a:ext uri="{FF2B5EF4-FFF2-40B4-BE49-F238E27FC236}">
                <a16:creationId xmlns:a16="http://schemas.microsoft.com/office/drawing/2014/main" id="{F272752A-620D-4336-BE67-639318A108D5}"/>
              </a:ext>
            </a:extLst>
          </p:cNvPr>
          <p:cNvSpPr txBox="1">
            <a:spLocks noChangeArrowheads="1"/>
          </p:cNvSpPr>
          <p:nvPr/>
        </p:nvSpPr>
        <p:spPr bwMode="auto">
          <a:xfrm>
            <a:off x="2667000" y="6032500"/>
            <a:ext cx="323850"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dirty="0">
                <a:latin typeface="Courier New" charset="0"/>
                <a:ea typeface="ＭＳ Ｐゴシック" charset="0"/>
              </a:rPr>
              <a:t>0</a:t>
            </a:r>
          </a:p>
        </p:txBody>
      </p:sp>
      <p:sp>
        <p:nvSpPr>
          <p:cNvPr id="181438" name="Text Box 190">
            <a:extLst>
              <a:ext uri="{FF2B5EF4-FFF2-40B4-BE49-F238E27FC236}">
                <a16:creationId xmlns:a16="http://schemas.microsoft.com/office/drawing/2014/main" id="{712CCC3E-4C50-40B2-BFC3-CE3F7FB8468B}"/>
              </a:ext>
            </a:extLst>
          </p:cNvPr>
          <p:cNvSpPr txBox="1">
            <a:spLocks noChangeArrowheads="1"/>
          </p:cNvSpPr>
          <p:nvPr/>
        </p:nvSpPr>
        <p:spPr bwMode="auto">
          <a:xfrm>
            <a:off x="3368675" y="6032500"/>
            <a:ext cx="323850"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dirty="0">
                <a:latin typeface="Courier New" charset="0"/>
                <a:ea typeface="ＭＳ Ｐゴシック" charset="0"/>
              </a:rPr>
              <a:t>1</a:t>
            </a:r>
          </a:p>
        </p:txBody>
      </p:sp>
      <p:sp>
        <p:nvSpPr>
          <p:cNvPr id="181439" name="Text Box 191">
            <a:extLst>
              <a:ext uri="{FF2B5EF4-FFF2-40B4-BE49-F238E27FC236}">
                <a16:creationId xmlns:a16="http://schemas.microsoft.com/office/drawing/2014/main" id="{F304B212-5DB5-4B7C-9D82-8659051C2616}"/>
              </a:ext>
            </a:extLst>
          </p:cNvPr>
          <p:cNvSpPr txBox="1">
            <a:spLocks noChangeArrowheads="1"/>
          </p:cNvSpPr>
          <p:nvPr/>
        </p:nvSpPr>
        <p:spPr bwMode="auto">
          <a:xfrm>
            <a:off x="9802813" y="6032500"/>
            <a:ext cx="614362"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i="1" dirty="0">
                <a:latin typeface="Courier New" charset="0"/>
                <a:ea typeface="ＭＳ Ｐゴシック" charset="0"/>
              </a:rPr>
              <a:t>L-1</a:t>
            </a:r>
            <a:endParaRPr lang="en-US" b="1" dirty="0">
              <a:latin typeface="Courier New" charset="0"/>
              <a:ea typeface="ＭＳ Ｐゴシック" charset="0"/>
            </a:endParaRPr>
          </a:p>
        </p:txBody>
      </p:sp>
      <p:sp>
        <p:nvSpPr>
          <p:cNvPr id="181440" name="Text Box 192">
            <a:extLst>
              <a:ext uri="{FF2B5EF4-FFF2-40B4-BE49-F238E27FC236}">
                <a16:creationId xmlns:a16="http://schemas.microsoft.com/office/drawing/2014/main" id="{F74B1865-7E75-4843-9C79-E7B271334BC9}"/>
              </a:ext>
            </a:extLst>
          </p:cNvPr>
          <p:cNvSpPr txBox="1">
            <a:spLocks noChangeArrowheads="1"/>
          </p:cNvSpPr>
          <p:nvPr/>
        </p:nvSpPr>
        <p:spPr bwMode="auto">
          <a:xfrm>
            <a:off x="5683251" y="3683000"/>
            <a:ext cx="600075"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dirty="0">
                <a:latin typeface="Courier New" charset="0"/>
                <a:ea typeface="ＭＳ Ｐゴシック" charset="0"/>
              </a:rPr>
              <a:t>i-1</a:t>
            </a:r>
          </a:p>
        </p:txBody>
      </p:sp>
      <p:sp>
        <p:nvSpPr>
          <p:cNvPr id="181441" name="Text Box 193">
            <a:extLst>
              <a:ext uri="{FF2B5EF4-FFF2-40B4-BE49-F238E27FC236}">
                <a16:creationId xmlns:a16="http://schemas.microsoft.com/office/drawing/2014/main" id="{E4EEAE6E-F8B5-4684-AF7A-7392C8A391F7}"/>
              </a:ext>
            </a:extLst>
          </p:cNvPr>
          <p:cNvSpPr txBox="1">
            <a:spLocks noChangeArrowheads="1"/>
          </p:cNvSpPr>
          <p:nvPr/>
        </p:nvSpPr>
        <p:spPr bwMode="auto">
          <a:xfrm>
            <a:off x="1527176" y="6484939"/>
            <a:ext cx="1662113" cy="369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dirty="0">
                <a:latin typeface="Courier New" charset="0"/>
                <a:ea typeface="ＭＳ Ｐゴシック" charset="0"/>
              </a:rPr>
              <a:t>Data for k</a:t>
            </a:r>
            <a:r>
              <a:rPr lang="en-US" b="1" baseline="-25000" dirty="0">
                <a:latin typeface="Courier New" charset="0"/>
                <a:ea typeface="ＭＳ Ｐゴシック" charset="0"/>
              </a:rPr>
              <a:t>0</a:t>
            </a:r>
          </a:p>
        </p:txBody>
      </p:sp>
      <p:cxnSp>
        <p:nvCxnSpPr>
          <p:cNvPr id="181442" name="AutoShape 194">
            <a:extLst>
              <a:ext uri="{FF2B5EF4-FFF2-40B4-BE49-F238E27FC236}">
                <a16:creationId xmlns:a16="http://schemas.microsoft.com/office/drawing/2014/main" id="{A023E370-AB50-41EE-8E9C-034A5FBF3927}"/>
              </a:ext>
            </a:extLst>
          </p:cNvPr>
          <p:cNvCxnSpPr>
            <a:cxnSpLocks noChangeShapeType="1"/>
          </p:cNvCxnSpPr>
          <p:nvPr/>
        </p:nvCxnSpPr>
        <p:spPr bwMode="auto">
          <a:xfrm flipH="1">
            <a:off x="2590801" y="6096000"/>
            <a:ext cx="214313" cy="3952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1443" name="AutoShape 195">
            <a:extLst>
              <a:ext uri="{FF2B5EF4-FFF2-40B4-BE49-F238E27FC236}">
                <a16:creationId xmlns:a16="http://schemas.microsoft.com/office/drawing/2014/main" id="{2F4BB097-4365-4790-A28F-2CD4C5777641}"/>
              </a:ext>
            </a:extLst>
          </p:cNvPr>
          <p:cNvCxnSpPr>
            <a:cxnSpLocks noChangeShapeType="1"/>
          </p:cNvCxnSpPr>
          <p:nvPr/>
        </p:nvCxnSpPr>
        <p:spPr bwMode="auto">
          <a:xfrm flipH="1">
            <a:off x="3124201" y="3733800"/>
            <a:ext cx="49213" cy="3952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1444" name="AutoShape 196">
            <a:extLst>
              <a:ext uri="{FF2B5EF4-FFF2-40B4-BE49-F238E27FC236}">
                <a16:creationId xmlns:a16="http://schemas.microsoft.com/office/drawing/2014/main" id="{D734E593-CE76-4772-9F1D-98689954F27A}"/>
              </a:ext>
            </a:extLst>
          </p:cNvPr>
          <p:cNvCxnSpPr>
            <a:cxnSpLocks noChangeShapeType="1"/>
            <a:stCxn id="181282" idx="0"/>
          </p:cNvCxnSpPr>
          <p:nvPr/>
        </p:nvCxnSpPr>
        <p:spPr bwMode="auto">
          <a:xfrm>
            <a:off x="3846514" y="3719514"/>
            <a:ext cx="115887" cy="395287"/>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1445" name="AutoShape 197">
            <a:extLst>
              <a:ext uri="{FF2B5EF4-FFF2-40B4-BE49-F238E27FC236}">
                <a16:creationId xmlns:a16="http://schemas.microsoft.com/office/drawing/2014/main" id="{AD9876E5-A6ED-417C-BD67-FAF85BFD80C7}"/>
              </a:ext>
            </a:extLst>
          </p:cNvPr>
          <p:cNvCxnSpPr>
            <a:cxnSpLocks noChangeShapeType="1"/>
          </p:cNvCxnSpPr>
          <p:nvPr/>
        </p:nvCxnSpPr>
        <p:spPr bwMode="auto">
          <a:xfrm flipH="1">
            <a:off x="5410200" y="3733800"/>
            <a:ext cx="65088" cy="3952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1446" name="AutoShape 198">
            <a:extLst>
              <a:ext uri="{FF2B5EF4-FFF2-40B4-BE49-F238E27FC236}">
                <a16:creationId xmlns:a16="http://schemas.microsoft.com/office/drawing/2014/main" id="{C76BB9B1-4AB7-47B9-92ED-E4A6AFB5935D}"/>
              </a:ext>
            </a:extLst>
          </p:cNvPr>
          <p:cNvCxnSpPr>
            <a:cxnSpLocks noChangeShapeType="1"/>
          </p:cNvCxnSpPr>
          <p:nvPr/>
        </p:nvCxnSpPr>
        <p:spPr bwMode="auto">
          <a:xfrm>
            <a:off x="6172201" y="3733800"/>
            <a:ext cx="73025" cy="3952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2" name="AutoShape 194">
            <a:extLst>
              <a:ext uri="{FF2B5EF4-FFF2-40B4-BE49-F238E27FC236}">
                <a16:creationId xmlns:a16="http://schemas.microsoft.com/office/drawing/2014/main" id="{889BA0BC-30A2-4D35-B02B-AB438B0835D5}"/>
              </a:ext>
            </a:extLst>
          </p:cNvPr>
          <p:cNvCxnSpPr>
            <a:cxnSpLocks noChangeShapeType="1"/>
          </p:cNvCxnSpPr>
          <p:nvPr/>
        </p:nvCxnSpPr>
        <p:spPr bwMode="auto">
          <a:xfrm flipH="1">
            <a:off x="2286001" y="3733800"/>
            <a:ext cx="214313" cy="3952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3" name="AutoShape 194">
            <a:extLst>
              <a:ext uri="{FF2B5EF4-FFF2-40B4-BE49-F238E27FC236}">
                <a16:creationId xmlns:a16="http://schemas.microsoft.com/office/drawing/2014/main" id="{C64FEFA0-B315-4061-AC4D-2F26E5154EBA}"/>
              </a:ext>
            </a:extLst>
          </p:cNvPr>
          <p:cNvCxnSpPr>
            <a:cxnSpLocks noChangeShapeType="1"/>
          </p:cNvCxnSpPr>
          <p:nvPr/>
        </p:nvCxnSpPr>
        <p:spPr bwMode="auto">
          <a:xfrm flipH="1">
            <a:off x="3581401" y="6096000"/>
            <a:ext cx="214313" cy="3952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4" name="AutoShape 194">
            <a:extLst>
              <a:ext uri="{FF2B5EF4-FFF2-40B4-BE49-F238E27FC236}">
                <a16:creationId xmlns:a16="http://schemas.microsoft.com/office/drawing/2014/main" id="{8C5EC445-37F7-4FC3-879D-D9D3B7845D9F}"/>
              </a:ext>
            </a:extLst>
          </p:cNvPr>
          <p:cNvCxnSpPr>
            <a:cxnSpLocks noChangeShapeType="1"/>
          </p:cNvCxnSpPr>
          <p:nvPr/>
        </p:nvCxnSpPr>
        <p:spPr bwMode="auto">
          <a:xfrm flipH="1">
            <a:off x="6248401" y="6096000"/>
            <a:ext cx="214313" cy="3952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76" name="Text Box 193">
            <a:extLst>
              <a:ext uri="{FF2B5EF4-FFF2-40B4-BE49-F238E27FC236}">
                <a16:creationId xmlns:a16="http://schemas.microsoft.com/office/drawing/2014/main" id="{7A817EC9-52EC-48D2-827F-51EC8F94C79B}"/>
              </a:ext>
            </a:extLst>
          </p:cNvPr>
          <p:cNvSpPr txBox="1">
            <a:spLocks noChangeArrowheads="1"/>
          </p:cNvSpPr>
          <p:nvPr/>
        </p:nvSpPr>
        <p:spPr bwMode="auto">
          <a:xfrm>
            <a:off x="5715001" y="6400800"/>
            <a:ext cx="1846263"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dirty="0">
                <a:latin typeface="Courier New" charset="0"/>
                <a:ea typeface="ＭＳ Ｐゴシック" charset="0"/>
              </a:rPr>
              <a:t>Data for k</a:t>
            </a:r>
            <a:r>
              <a:rPr lang="en-US" b="1" baseline="-25000" dirty="0">
                <a:latin typeface="Courier New" charset="0"/>
                <a:ea typeface="ＭＳ Ｐゴシック" charset="0"/>
              </a:rPr>
              <a:t>j-1</a:t>
            </a:r>
          </a:p>
        </p:txBody>
      </p:sp>
      <p:sp>
        <p:nvSpPr>
          <p:cNvPr id="177" name="Text Box 193">
            <a:extLst>
              <a:ext uri="{FF2B5EF4-FFF2-40B4-BE49-F238E27FC236}">
                <a16:creationId xmlns:a16="http://schemas.microsoft.com/office/drawing/2014/main" id="{85FC7F18-F97F-427C-AB4D-E52F4D0AF5AD}"/>
              </a:ext>
            </a:extLst>
          </p:cNvPr>
          <p:cNvSpPr txBox="1">
            <a:spLocks noChangeArrowheads="1"/>
          </p:cNvSpPr>
          <p:nvPr/>
        </p:nvSpPr>
        <p:spPr bwMode="auto">
          <a:xfrm>
            <a:off x="3352801" y="6488114"/>
            <a:ext cx="1662113" cy="369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dirty="0">
                <a:latin typeface="Courier New" charset="0"/>
                <a:ea typeface="ＭＳ Ｐゴシック" charset="0"/>
              </a:rPr>
              <a:t>Data for k</a:t>
            </a:r>
            <a:r>
              <a:rPr lang="en-US" b="1" baseline="-25000" dirty="0">
                <a:latin typeface="Courier New" charset="0"/>
                <a:ea typeface="ＭＳ Ｐゴシック" charset="0"/>
              </a:rPr>
              <a:t>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CAC3AE7E-B947-4A16-8B0F-281E608391D5}"/>
              </a:ext>
            </a:extLst>
          </p:cNvPr>
          <p:cNvSpPr>
            <a:spLocks noGrp="1" noChangeArrowheads="1"/>
          </p:cNvSpPr>
          <p:nvPr>
            <p:ph type="title"/>
          </p:nvPr>
        </p:nvSpPr>
        <p:spPr/>
        <p:txBody>
          <a:bodyPr/>
          <a:lstStyle/>
          <a:p>
            <a:pPr>
              <a:defRPr/>
            </a:pPr>
            <a:r>
              <a:rPr lang="en-US">
                <a:cs typeface="+mj-cs"/>
              </a:rPr>
              <a:t>Example</a:t>
            </a:r>
          </a:p>
        </p:txBody>
      </p:sp>
      <p:sp>
        <p:nvSpPr>
          <p:cNvPr id="183299" name="Rectangle 3">
            <a:extLst>
              <a:ext uri="{FF2B5EF4-FFF2-40B4-BE49-F238E27FC236}">
                <a16:creationId xmlns:a16="http://schemas.microsoft.com/office/drawing/2014/main" id="{C62986CA-4601-4483-92D8-AC4A0E4A6D74}"/>
              </a:ext>
            </a:extLst>
          </p:cNvPr>
          <p:cNvSpPr>
            <a:spLocks noGrp="1" noChangeArrowheads="1"/>
          </p:cNvSpPr>
          <p:nvPr>
            <p:ph type="body" idx="1"/>
          </p:nvPr>
        </p:nvSpPr>
        <p:spPr>
          <a:xfrm>
            <a:off x="2209800" y="1524000"/>
            <a:ext cx="4114800" cy="914400"/>
          </a:xfrm>
        </p:spPr>
        <p:txBody>
          <a:bodyPr>
            <a:normAutofit fontScale="70000" lnSpcReduction="20000"/>
          </a:bodyPr>
          <a:lstStyle/>
          <a:p>
            <a:pPr>
              <a:buFontTx/>
              <a:buNone/>
              <a:defRPr/>
            </a:pPr>
            <a:r>
              <a:rPr lang="en-US" dirty="0">
                <a:cs typeface="+mn-cs"/>
              </a:rPr>
              <a:t>B+ Tree with </a:t>
            </a:r>
            <a:r>
              <a:rPr lang="en-US" b="1" i="1" dirty="0">
                <a:latin typeface="Courier New" charset="0"/>
                <a:cs typeface="+mn-cs"/>
              </a:rPr>
              <a:t>M</a:t>
            </a:r>
            <a:r>
              <a:rPr lang="en-US" b="1" dirty="0">
                <a:latin typeface="Courier New" charset="0"/>
                <a:cs typeface="+mn-cs"/>
              </a:rPr>
              <a:t> = 4</a:t>
            </a:r>
          </a:p>
          <a:p>
            <a:pPr>
              <a:buFontTx/>
              <a:buNone/>
              <a:defRPr/>
            </a:pPr>
            <a:r>
              <a:rPr lang="en-US" b="1" dirty="0">
                <a:latin typeface="Courier New" charset="0"/>
                <a:cs typeface="+mn-cs"/>
              </a:rPr>
              <a:t>Often, leaf nodes linked together</a:t>
            </a:r>
            <a:endParaRPr lang="en-US" dirty="0">
              <a:cs typeface="+mn-cs"/>
            </a:endParaRPr>
          </a:p>
        </p:txBody>
      </p:sp>
      <p:grpSp>
        <p:nvGrpSpPr>
          <p:cNvPr id="27651" name="Group 48">
            <a:extLst>
              <a:ext uri="{FF2B5EF4-FFF2-40B4-BE49-F238E27FC236}">
                <a16:creationId xmlns:a16="http://schemas.microsoft.com/office/drawing/2014/main" id="{896F6BAA-A1E7-4609-A62E-12A4AB794901}"/>
              </a:ext>
            </a:extLst>
          </p:cNvPr>
          <p:cNvGrpSpPr>
            <a:grpSpLocks/>
          </p:cNvGrpSpPr>
          <p:nvPr/>
        </p:nvGrpSpPr>
        <p:grpSpPr bwMode="auto">
          <a:xfrm>
            <a:off x="1981200" y="4953000"/>
            <a:ext cx="304800" cy="304800"/>
            <a:chOff x="4272" y="2400"/>
            <a:chExt cx="192" cy="192"/>
          </a:xfrm>
        </p:grpSpPr>
        <p:sp>
          <p:nvSpPr>
            <p:cNvPr id="183345" name="Rectangle 49">
              <a:extLst>
                <a:ext uri="{FF2B5EF4-FFF2-40B4-BE49-F238E27FC236}">
                  <a16:creationId xmlns:a16="http://schemas.microsoft.com/office/drawing/2014/main" id="{0E8F17F8-6580-46F1-975F-4456E13D4088}"/>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1</a:t>
              </a:r>
            </a:p>
          </p:txBody>
        </p:sp>
        <p:grpSp>
          <p:nvGrpSpPr>
            <p:cNvPr id="28137" name="Group 50">
              <a:extLst>
                <a:ext uri="{FF2B5EF4-FFF2-40B4-BE49-F238E27FC236}">
                  <a16:creationId xmlns:a16="http://schemas.microsoft.com/office/drawing/2014/main" id="{760AF6FA-4F11-4A82-8A0B-65B47E29112B}"/>
                </a:ext>
              </a:extLst>
            </p:cNvPr>
            <p:cNvGrpSpPr>
              <a:grpSpLocks/>
            </p:cNvGrpSpPr>
            <p:nvPr/>
          </p:nvGrpSpPr>
          <p:grpSpPr bwMode="auto">
            <a:xfrm>
              <a:off x="4272" y="2400"/>
              <a:ext cx="192" cy="192"/>
              <a:chOff x="4414" y="2400"/>
              <a:chExt cx="192" cy="192"/>
            </a:xfrm>
          </p:grpSpPr>
          <p:sp>
            <p:nvSpPr>
              <p:cNvPr id="183347" name="Line 51">
                <a:extLst>
                  <a:ext uri="{FF2B5EF4-FFF2-40B4-BE49-F238E27FC236}">
                    <a16:creationId xmlns:a16="http://schemas.microsoft.com/office/drawing/2014/main" id="{DA123E58-4872-4C15-8449-77DA03BDC22E}"/>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48" name="Line 52">
                <a:extLst>
                  <a:ext uri="{FF2B5EF4-FFF2-40B4-BE49-F238E27FC236}">
                    <a16:creationId xmlns:a16="http://schemas.microsoft.com/office/drawing/2014/main" id="{1A71F066-2741-427E-ADCE-6457149C65E0}"/>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49" name="Line 53">
                <a:extLst>
                  <a:ext uri="{FF2B5EF4-FFF2-40B4-BE49-F238E27FC236}">
                    <a16:creationId xmlns:a16="http://schemas.microsoft.com/office/drawing/2014/main" id="{499BB999-8B07-4371-ADF5-440EA489769C}"/>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50" name="Line 54">
                <a:extLst>
                  <a:ext uri="{FF2B5EF4-FFF2-40B4-BE49-F238E27FC236}">
                    <a16:creationId xmlns:a16="http://schemas.microsoft.com/office/drawing/2014/main" id="{A029FC63-BD9C-4B23-A002-E743EE4349CD}"/>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51" name="Line 55">
                <a:extLst>
                  <a:ext uri="{FF2B5EF4-FFF2-40B4-BE49-F238E27FC236}">
                    <a16:creationId xmlns:a16="http://schemas.microsoft.com/office/drawing/2014/main" id="{4F2A0E48-1817-43CA-A415-25AC2C74A313}"/>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52" name="Line 56">
                <a:extLst>
                  <a:ext uri="{FF2B5EF4-FFF2-40B4-BE49-F238E27FC236}">
                    <a16:creationId xmlns:a16="http://schemas.microsoft.com/office/drawing/2014/main" id="{3E78A9E3-ED0E-4911-9DC6-F7AA322CA485}"/>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53" name="Line 57">
                <a:extLst>
                  <a:ext uri="{FF2B5EF4-FFF2-40B4-BE49-F238E27FC236}">
                    <a16:creationId xmlns:a16="http://schemas.microsoft.com/office/drawing/2014/main" id="{8BCE2517-7924-47ED-A4ED-FF3D2C6E8022}"/>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54" name="Line 58">
                <a:extLst>
                  <a:ext uri="{FF2B5EF4-FFF2-40B4-BE49-F238E27FC236}">
                    <a16:creationId xmlns:a16="http://schemas.microsoft.com/office/drawing/2014/main" id="{6A772DF4-FE72-42E1-897F-08C790F9B51C}"/>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52" name="Group 59">
            <a:extLst>
              <a:ext uri="{FF2B5EF4-FFF2-40B4-BE49-F238E27FC236}">
                <a16:creationId xmlns:a16="http://schemas.microsoft.com/office/drawing/2014/main" id="{4ACEB70A-18B0-42AA-BF17-A7B45C5B6551}"/>
              </a:ext>
            </a:extLst>
          </p:cNvPr>
          <p:cNvGrpSpPr>
            <a:grpSpLocks/>
          </p:cNvGrpSpPr>
          <p:nvPr/>
        </p:nvGrpSpPr>
        <p:grpSpPr bwMode="auto">
          <a:xfrm>
            <a:off x="2286000" y="4953000"/>
            <a:ext cx="304800" cy="304800"/>
            <a:chOff x="4272" y="2400"/>
            <a:chExt cx="192" cy="192"/>
          </a:xfrm>
        </p:grpSpPr>
        <p:sp>
          <p:nvSpPr>
            <p:cNvPr id="183356" name="Rectangle 60">
              <a:extLst>
                <a:ext uri="{FF2B5EF4-FFF2-40B4-BE49-F238E27FC236}">
                  <a16:creationId xmlns:a16="http://schemas.microsoft.com/office/drawing/2014/main" id="{3A1339D5-137F-4C4D-8692-AA579436C03E}"/>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2</a:t>
              </a:r>
            </a:p>
          </p:txBody>
        </p:sp>
        <p:grpSp>
          <p:nvGrpSpPr>
            <p:cNvPr id="28127" name="Group 61">
              <a:extLst>
                <a:ext uri="{FF2B5EF4-FFF2-40B4-BE49-F238E27FC236}">
                  <a16:creationId xmlns:a16="http://schemas.microsoft.com/office/drawing/2014/main" id="{2EE44A17-3AAF-4236-A9E8-B27282914DA1}"/>
                </a:ext>
              </a:extLst>
            </p:cNvPr>
            <p:cNvGrpSpPr>
              <a:grpSpLocks/>
            </p:cNvGrpSpPr>
            <p:nvPr/>
          </p:nvGrpSpPr>
          <p:grpSpPr bwMode="auto">
            <a:xfrm>
              <a:off x="4272" y="2400"/>
              <a:ext cx="192" cy="192"/>
              <a:chOff x="4414" y="2400"/>
              <a:chExt cx="192" cy="192"/>
            </a:xfrm>
          </p:grpSpPr>
          <p:sp>
            <p:nvSpPr>
              <p:cNvPr id="183358" name="Line 62">
                <a:extLst>
                  <a:ext uri="{FF2B5EF4-FFF2-40B4-BE49-F238E27FC236}">
                    <a16:creationId xmlns:a16="http://schemas.microsoft.com/office/drawing/2014/main" id="{DB493125-A260-4463-9B80-82B78E438E02}"/>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59" name="Line 63">
                <a:extLst>
                  <a:ext uri="{FF2B5EF4-FFF2-40B4-BE49-F238E27FC236}">
                    <a16:creationId xmlns:a16="http://schemas.microsoft.com/office/drawing/2014/main" id="{DA8B0FAA-27AE-44C9-B92F-470000902EC0}"/>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60" name="Line 64">
                <a:extLst>
                  <a:ext uri="{FF2B5EF4-FFF2-40B4-BE49-F238E27FC236}">
                    <a16:creationId xmlns:a16="http://schemas.microsoft.com/office/drawing/2014/main" id="{5D6D48AD-FE8B-42BE-AA65-C88DAD4557B5}"/>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61" name="Line 65">
                <a:extLst>
                  <a:ext uri="{FF2B5EF4-FFF2-40B4-BE49-F238E27FC236}">
                    <a16:creationId xmlns:a16="http://schemas.microsoft.com/office/drawing/2014/main" id="{DF32799F-FAC4-4D6D-9137-460BB378328D}"/>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62" name="Line 66">
                <a:extLst>
                  <a:ext uri="{FF2B5EF4-FFF2-40B4-BE49-F238E27FC236}">
                    <a16:creationId xmlns:a16="http://schemas.microsoft.com/office/drawing/2014/main" id="{FCF0DB90-653A-41B7-9918-87EDC4A1D0C6}"/>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63" name="Line 67">
                <a:extLst>
                  <a:ext uri="{FF2B5EF4-FFF2-40B4-BE49-F238E27FC236}">
                    <a16:creationId xmlns:a16="http://schemas.microsoft.com/office/drawing/2014/main" id="{54DBABC2-9511-42CD-A120-CCA2A870CA8A}"/>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64" name="Line 68">
                <a:extLst>
                  <a:ext uri="{FF2B5EF4-FFF2-40B4-BE49-F238E27FC236}">
                    <a16:creationId xmlns:a16="http://schemas.microsoft.com/office/drawing/2014/main" id="{8E7418E8-F060-4573-B5EA-81186FDFD3B9}"/>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65" name="Line 69">
                <a:extLst>
                  <a:ext uri="{FF2B5EF4-FFF2-40B4-BE49-F238E27FC236}">
                    <a16:creationId xmlns:a16="http://schemas.microsoft.com/office/drawing/2014/main" id="{E0E2AFF9-3219-4BDE-AA64-14DECCB7CAF3}"/>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53" name="Group 70">
            <a:extLst>
              <a:ext uri="{FF2B5EF4-FFF2-40B4-BE49-F238E27FC236}">
                <a16:creationId xmlns:a16="http://schemas.microsoft.com/office/drawing/2014/main" id="{2CE3FCE5-F52C-40D2-B5C1-3BFCB2556138}"/>
              </a:ext>
            </a:extLst>
          </p:cNvPr>
          <p:cNvGrpSpPr>
            <a:grpSpLocks/>
          </p:cNvGrpSpPr>
          <p:nvPr/>
        </p:nvGrpSpPr>
        <p:grpSpPr bwMode="auto">
          <a:xfrm>
            <a:off x="2590800" y="4953000"/>
            <a:ext cx="304800" cy="304800"/>
            <a:chOff x="4272" y="2400"/>
            <a:chExt cx="192" cy="192"/>
          </a:xfrm>
        </p:grpSpPr>
        <p:sp>
          <p:nvSpPr>
            <p:cNvPr id="183367" name="Rectangle 71">
              <a:extLst>
                <a:ext uri="{FF2B5EF4-FFF2-40B4-BE49-F238E27FC236}">
                  <a16:creationId xmlns:a16="http://schemas.microsoft.com/office/drawing/2014/main" id="{40C78344-A486-4928-97B6-D266A24F4B7D}"/>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 </a:t>
              </a:r>
            </a:p>
          </p:txBody>
        </p:sp>
        <p:grpSp>
          <p:nvGrpSpPr>
            <p:cNvPr id="28117" name="Group 72">
              <a:extLst>
                <a:ext uri="{FF2B5EF4-FFF2-40B4-BE49-F238E27FC236}">
                  <a16:creationId xmlns:a16="http://schemas.microsoft.com/office/drawing/2014/main" id="{5C012C1B-BC76-425A-8953-0479E4251288}"/>
                </a:ext>
              </a:extLst>
            </p:cNvPr>
            <p:cNvGrpSpPr>
              <a:grpSpLocks/>
            </p:cNvGrpSpPr>
            <p:nvPr/>
          </p:nvGrpSpPr>
          <p:grpSpPr bwMode="auto">
            <a:xfrm>
              <a:off x="4272" y="2400"/>
              <a:ext cx="192" cy="192"/>
              <a:chOff x="4414" y="2400"/>
              <a:chExt cx="192" cy="192"/>
            </a:xfrm>
          </p:grpSpPr>
          <p:sp>
            <p:nvSpPr>
              <p:cNvPr id="183369" name="Line 73">
                <a:extLst>
                  <a:ext uri="{FF2B5EF4-FFF2-40B4-BE49-F238E27FC236}">
                    <a16:creationId xmlns:a16="http://schemas.microsoft.com/office/drawing/2014/main" id="{67CCBCD0-3171-4582-8A0B-A0927B430568}"/>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70" name="Line 74">
                <a:extLst>
                  <a:ext uri="{FF2B5EF4-FFF2-40B4-BE49-F238E27FC236}">
                    <a16:creationId xmlns:a16="http://schemas.microsoft.com/office/drawing/2014/main" id="{5B0735E5-1FC1-47F0-83A0-0E1EF2522801}"/>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71" name="Line 75">
                <a:extLst>
                  <a:ext uri="{FF2B5EF4-FFF2-40B4-BE49-F238E27FC236}">
                    <a16:creationId xmlns:a16="http://schemas.microsoft.com/office/drawing/2014/main" id="{7861F1D4-ABCF-4E21-89A1-EAAA1F107082}"/>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72" name="Line 76">
                <a:extLst>
                  <a:ext uri="{FF2B5EF4-FFF2-40B4-BE49-F238E27FC236}">
                    <a16:creationId xmlns:a16="http://schemas.microsoft.com/office/drawing/2014/main" id="{237D3F63-4DC9-46A4-A4B2-212BC19950E7}"/>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73" name="Line 77">
                <a:extLst>
                  <a:ext uri="{FF2B5EF4-FFF2-40B4-BE49-F238E27FC236}">
                    <a16:creationId xmlns:a16="http://schemas.microsoft.com/office/drawing/2014/main" id="{5E11EE47-BDE7-44C4-BDA4-25A0B42AB57A}"/>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74" name="Line 78">
                <a:extLst>
                  <a:ext uri="{FF2B5EF4-FFF2-40B4-BE49-F238E27FC236}">
                    <a16:creationId xmlns:a16="http://schemas.microsoft.com/office/drawing/2014/main" id="{517A7202-1372-46C3-A530-BA47A448160A}"/>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75" name="Line 79">
                <a:extLst>
                  <a:ext uri="{FF2B5EF4-FFF2-40B4-BE49-F238E27FC236}">
                    <a16:creationId xmlns:a16="http://schemas.microsoft.com/office/drawing/2014/main" id="{4B828279-3F5F-4BBB-BB62-2799D98E9799}"/>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76" name="Line 80">
                <a:extLst>
                  <a:ext uri="{FF2B5EF4-FFF2-40B4-BE49-F238E27FC236}">
                    <a16:creationId xmlns:a16="http://schemas.microsoft.com/office/drawing/2014/main" id="{13EFAD9F-C1B1-4340-AA20-0DB947138D67}"/>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54" name="Group 81">
            <a:extLst>
              <a:ext uri="{FF2B5EF4-FFF2-40B4-BE49-F238E27FC236}">
                <a16:creationId xmlns:a16="http://schemas.microsoft.com/office/drawing/2014/main" id="{71BC03E9-C94B-4041-A63A-1C77DF6363A1}"/>
              </a:ext>
            </a:extLst>
          </p:cNvPr>
          <p:cNvGrpSpPr>
            <a:grpSpLocks/>
          </p:cNvGrpSpPr>
          <p:nvPr/>
        </p:nvGrpSpPr>
        <p:grpSpPr bwMode="auto">
          <a:xfrm>
            <a:off x="2895600" y="4953000"/>
            <a:ext cx="304800" cy="304800"/>
            <a:chOff x="4272" y="2400"/>
            <a:chExt cx="192" cy="192"/>
          </a:xfrm>
        </p:grpSpPr>
        <p:sp>
          <p:nvSpPr>
            <p:cNvPr id="183378" name="Rectangle 82">
              <a:extLst>
                <a:ext uri="{FF2B5EF4-FFF2-40B4-BE49-F238E27FC236}">
                  <a16:creationId xmlns:a16="http://schemas.microsoft.com/office/drawing/2014/main" id="{0B9A61CA-A30D-454A-8D96-C7C617F6B688}"/>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 </a:t>
              </a:r>
            </a:p>
          </p:txBody>
        </p:sp>
        <p:grpSp>
          <p:nvGrpSpPr>
            <p:cNvPr id="28107" name="Group 83">
              <a:extLst>
                <a:ext uri="{FF2B5EF4-FFF2-40B4-BE49-F238E27FC236}">
                  <a16:creationId xmlns:a16="http://schemas.microsoft.com/office/drawing/2014/main" id="{FEDA00B4-06A1-493C-8335-EBC4EE2F49A9}"/>
                </a:ext>
              </a:extLst>
            </p:cNvPr>
            <p:cNvGrpSpPr>
              <a:grpSpLocks/>
            </p:cNvGrpSpPr>
            <p:nvPr/>
          </p:nvGrpSpPr>
          <p:grpSpPr bwMode="auto">
            <a:xfrm>
              <a:off x="4272" y="2400"/>
              <a:ext cx="192" cy="192"/>
              <a:chOff x="4414" y="2400"/>
              <a:chExt cx="192" cy="192"/>
            </a:xfrm>
          </p:grpSpPr>
          <p:sp>
            <p:nvSpPr>
              <p:cNvPr id="183380" name="Line 84">
                <a:extLst>
                  <a:ext uri="{FF2B5EF4-FFF2-40B4-BE49-F238E27FC236}">
                    <a16:creationId xmlns:a16="http://schemas.microsoft.com/office/drawing/2014/main" id="{EB3C159E-C592-4861-8D01-C5689D7530D2}"/>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81" name="Line 85">
                <a:extLst>
                  <a:ext uri="{FF2B5EF4-FFF2-40B4-BE49-F238E27FC236}">
                    <a16:creationId xmlns:a16="http://schemas.microsoft.com/office/drawing/2014/main" id="{A1DEF2D7-4EED-400F-8DA5-27C8CF0B20A4}"/>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82" name="Line 86">
                <a:extLst>
                  <a:ext uri="{FF2B5EF4-FFF2-40B4-BE49-F238E27FC236}">
                    <a16:creationId xmlns:a16="http://schemas.microsoft.com/office/drawing/2014/main" id="{BA25A74B-C34D-44B5-91E7-315F368ECF35}"/>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83" name="Line 87">
                <a:extLst>
                  <a:ext uri="{FF2B5EF4-FFF2-40B4-BE49-F238E27FC236}">
                    <a16:creationId xmlns:a16="http://schemas.microsoft.com/office/drawing/2014/main" id="{A104EACB-B5E6-4400-912B-6A844D43E521}"/>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84" name="Line 88">
                <a:extLst>
                  <a:ext uri="{FF2B5EF4-FFF2-40B4-BE49-F238E27FC236}">
                    <a16:creationId xmlns:a16="http://schemas.microsoft.com/office/drawing/2014/main" id="{300285DB-3113-4D2F-A626-A5F200CBA330}"/>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85" name="Line 89">
                <a:extLst>
                  <a:ext uri="{FF2B5EF4-FFF2-40B4-BE49-F238E27FC236}">
                    <a16:creationId xmlns:a16="http://schemas.microsoft.com/office/drawing/2014/main" id="{B348A908-0C7C-40A5-A023-3BC95557ACFE}"/>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86" name="Line 90">
                <a:extLst>
                  <a:ext uri="{FF2B5EF4-FFF2-40B4-BE49-F238E27FC236}">
                    <a16:creationId xmlns:a16="http://schemas.microsoft.com/office/drawing/2014/main" id="{C5510F59-1842-4C4C-96AA-FA590AE3AAF4}"/>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87" name="Line 91">
                <a:extLst>
                  <a:ext uri="{FF2B5EF4-FFF2-40B4-BE49-F238E27FC236}">
                    <a16:creationId xmlns:a16="http://schemas.microsoft.com/office/drawing/2014/main" id="{EE9AA48C-E446-4BD3-BC5C-C19AA01CAE6D}"/>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55" name="Group 192">
            <a:extLst>
              <a:ext uri="{FF2B5EF4-FFF2-40B4-BE49-F238E27FC236}">
                <a16:creationId xmlns:a16="http://schemas.microsoft.com/office/drawing/2014/main" id="{33FEE5D0-F317-4C02-9913-F46E3BB9B544}"/>
              </a:ext>
            </a:extLst>
          </p:cNvPr>
          <p:cNvGrpSpPr>
            <a:grpSpLocks/>
          </p:cNvGrpSpPr>
          <p:nvPr/>
        </p:nvGrpSpPr>
        <p:grpSpPr bwMode="auto">
          <a:xfrm>
            <a:off x="3027363" y="5410200"/>
            <a:ext cx="304800" cy="304800"/>
            <a:chOff x="4272" y="2400"/>
            <a:chExt cx="192" cy="192"/>
          </a:xfrm>
        </p:grpSpPr>
        <p:sp>
          <p:nvSpPr>
            <p:cNvPr id="183489" name="Rectangle 193">
              <a:extLst>
                <a:ext uri="{FF2B5EF4-FFF2-40B4-BE49-F238E27FC236}">
                  <a16:creationId xmlns:a16="http://schemas.microsoft.com/office/drawing/2014/main" id="{BD64C6A9-A7B3-4235-BC12-C9714BA094D8}"/>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3</a:t>
              </a:r>
            </a:p>
          </p:txBody>
        </p:sp>
        <p:grpSp>
          <p:nvGrpSpPr>
            <p:cNvPr id="28097" name="Group 194">
              <a:extLst>
                <a:ext uri="{FF2B5EF4-FFF2-40B4-BE49-F238E27FC236}">
                  <a16:creationId xmlns:a16="http://schemas.microsoft.com/office/drawing/2014/main" id="{6D116188-FC01-4253-8E29-1C3C9A062712}"/>
                </a:ext>
              </a:extLst>
            </p:cNvPr>
            <p:cNvGrpSpPr>
              <a:grpSpLocks/>
            </p:cNvGrpSpPr>
            <p:nvPr/>
          </p:nvGrpSpPr>
          <p:grpSpPr bwMode="auto">
            <a:xfrm>
              <a:off x="4272" y="2400"/>
              <a:ext cx="192" cy="192"/>
              <a:chOff x="4414" y="2400"/>
              <a:chExt cx="192" cy="192"/>
            </a:xfrm>
          </p:grpSpPr>
          <p:sp>
            <p:nvSpPr>
              <p:cNvPr id="183491" name="Line 195">
                <a:extLst>
                  <a:ext uri="{FF2B5EF4-FFF2-40B4-BE49-F238E27FC236}">
                    <a16:creationId xmlns:a16="http://schemas.microsoft.com/office/drawing/2014/main" id="{1B2C415D-8B8A-45D9-A804-40B75A1A5E0F}"/>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92" name="Line 196">
                <a:extLst>
                  <a:ext uri="{FF2B5EF4-FFF2-40B4-BE49-F238E27FC236}">
                    <a16:creationId xmlns:a16="http://schemas.microsoft.com/office/drawing/2014/main" id="{D23151AE-91F8-4959-B671-59D26F9F41D6}"/>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93" name="Line 197">
                <a:extLst>
                  <a:ext uri="{FF2B5EF4-FFF2-40B4-BE49-F238E27FC236}">
                    <a16:creationId xmlns:a16="http://schemas.microsoft.com/office/drawing/2014/main" id="{D5A1AEC0-1F4C-49A9-8CFD-E3F65B81EFE6}"/>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94" name="Line 198">
                <a:extLst>
                  <a:ext uri="{FF2B5EF4-FFF2-40B4-BE49-F238E27FC236}">
                    <a16:creationId xmlns:a16="http://schemas.microsoft.com/office/drawing/2014/main" id="{B74C1CF5-3ABC-4FA2-A174-317C6C4158D7}"/>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95" name="Line 199">
                <a:extLst>
                  <a:ext uri="{FF2B5EF4-FFF2-40B4-BE49-F238E27FC236}">
                    <a16:creationId xmlns:a16="http://schemas.microsoft.com/office/drawing/2014/main" id="{92A4868F-94F4-453B-A184-E16DD70637A0}"/>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96" name="Line 200">
                <a:extLst>
                  <a:ext uri="{FF2B5EF4-FFF2-40B4-BE49-F238E27FC236}">
                    <a16:creationId xmlns:a16="http://schemas.microsoft.com/office/drawing/2014/main" id="{F7B1E680-8BC2-4238-BCA2-990BFD057BCC}"/>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97" name="Line 201">
                <a:extLst>
                  <a:ext uri="{FF2B5EF4-FFF2-40B4-BE49-F238E27FC236}">
                    <a16:creationId xmlns:a16="http://schemas.microsoft.com/office/drawing/2014/main" id="{2BC3AC9E-3F87-4504-AF34-D53C9A4A4F14}"/>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98" name="Line 202">
                <a:extLst>
                  <a:ext uri="{FF2B5EF4-FFF2-40B4-BE49-F238E27FC236}">
                    <a16:creationId xmlns:a16="http://schemas.microsoft.com/office/drawing/2014/main" id="{77339E76-3CF0-421E-90EA-B3E1996FD6C3}"/>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56" name="Group 203">
            <a:extLst>
              <a:ext uri="{FF2B5EF4-FFF2-40B4-BE49-F238E27FC236}">
                <a16:creationId xmlns:a16="http://schemas.microsoft.com/office/drawing/2014/main" id="{8D4DF9E4-9C67-404B-801E-786EA8344982}"/>
              </a:ext>
            </a:extLst>
          </p:cNvPr>
          <p:cNvGrpSpPr>
            <a:grpSpLocks/>
          </p:cNvGrpSpPr>
          <p:nvPr/>
        </p:nvGrpSpPr>
        <p:grpSpPr bwMode="auto">
          <a:xfrm>
            <a:off x="3332163" y="5410200"/>
            <a:ext cx="304800" cy="304800"/>
            <a:chOff x="4272" y="2400"/>
            <a:chExt cx="192" cy="192"/>
          </a:xfrm>
        </p:grpSpPr>
        <p:sp>
          <p:nvSpPr>
            <p:cNvPr id="183500" name="Rectangle 204">
              <a:extLst>
                <a:ext uri="{FF2B5EF4-FFF2-40B4-BE49-F238E27FC236}">
                  <a16:creationId xmlns:a16="http://schemas.microsoft.com/office/drawing/2014/main" id="{9CB410E3-AC24-49CD-83DE-C4CE6AF46AB0}"/>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5</a:t>
              </a:r>
            </a:p>
          </p:txBody>
        </p:sp>
        <p:grpSp>
          <p:nvGrpSpPr>
            <p:cNvPr id="28087" name="Group 205">
              <a:extLst>
                <a:ext uri="{FF2B5EF4-FFF2-40B4-BE49-F238E27FC236}">
                  <a16:creationId xmlns:a16="http://schemas.microsoft.com/office/drawing/2014/main" id="{EE340A9A-BAF2-44E2-998C-F7648DBB1AA9}"/>
                </a:ext>
              </a:extLst>
            </p:cNvPr>
            <p:cNvGrpSpPr>
              <a:grpSpLocks/>
            </p:cNvGrpSpPr>
            <p:nvPr/>
          </p:nvGrpSpPr>
          <p:grpSpPr bwMode="auto">
            <a:xfrm>
              <a:off x="4272" y="2400"/>
              <a:ext cx="192" cy="192"/>
              <a:chOff x="4414" y="2400"/>
              <a:chExt cx="192" cy="192"/>
            </a:xfrm>
          </p:grpSpPr>
          <p:sp>
            <p:nvSpPr>
              <p:cNvPr id="183502" name="Line 206">
                <a:extLst>
                  <a:ext uri="{FF2B5EF4-FFF2-40B4-BE49-F238E27FC236}">
                    <a16:creationId xmlns:a16="http://schemas.microsoft.com/office/drawing/2014/main" id="{21D118DC-619E-4CD2-8D65-EE460F1825A0}"/>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03" name="Line 207">
                <a:extLst>
                  <a:ext uri="{FF2B5EF4-FFF2-40B4-BE49-F238E27FC236}">
                    <a16:creationId xmlns:a16="http://schemas.microsoft.com/office/drawing/2014/main" id="{EA1E8EDD-119D-480B-86DD-2F2694BD4754}"/>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04" name="Line 208">
                <a:extLst>
                  <a:ext uri="{FF2B5EF4-FFF2-40B4-BE49-F238E27FC236}">
                    <a16:creationId xmlns:a16="http://schemas.microsoft.com/office/drawing/2014/main" id="{29F6A0E7-D3D5-400D-82F6-D55092B37247}"/>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05" name="Line 209">
                <a:extLst>
                  <a:ext uri="{FF2B5EF4-FFF2-40B4-BE49-F238E27FC236}">
                    <a16:creationId xmlns:a16="http://schemas.microsoft.com/office/drawing/2014/main" id="{F1FBCE65-E7E3-43E3-AA6B-977CD2E7B598}"/>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06" name="Line 210">
                <a:extLst>
                  <a:ext uri="{FF2B5EF4-FFF2-40B4-BE49-F238E27FC236}">
                    <a16:creationId xmlns:a16="http://schemas.microsoft.com/office/drawing/2014/main" id="{4B922A98-016C-4932-B88D-F6FFCAA283C6}"/>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07" name="Line 211">
                <a:extLst>
                  <a:ext uri="{FF2B5EF4-FFF2-40B4-BE49-F238E27FC236}">
                    <a16:creationId xmlns:a16="http://schemas.microsoft.com/office/drawing/2014/main" id="{B91EDCF6-393A-41AD-8149-76018F7E45ED}"/>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08" name="Line 212">
                <a:extLst>
                  <a:ext uri="{FF2B5EF4-FFF2-40B4-BE49-F238E27FC236}">
                    <a16:creationId xmlns:a16="http://schemas.microsoft.com/office/drawing/2014/main" id="{F2C077F6-DB45-4AC2-B37D-A60C1453AFBD}"/>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09" name="Line 213">
                <a:extLst>
                  <a:ext uri="{FF2B5EF4-FFF2-40B4-BE49-F238E27FC236}">
                    <a16:creationId xmlns:a16="http://schemas.microsoft.com/office/drawing/2014/main" id="{C1786B22-6454-4780-B39B-7FD962B042BB}"/>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57" name="Group 214">
            <a:extLst>
              <a:ext uri="{FF2B5EF4-FFF2-40B4-BE49-F238E27FC236}">
                <a16:creationId xmlns:a16="http://schemas.microsoft.com/office/drawing/2014/main" id="{83FD86A5-62A5-4989-B87F-FBBF4841AEE3}"/>
              </a:ext>
            </a:extLst>
          </p:cNvPr>
          <p:cNvGrpSpPr>
            <a:grpSpLocks/>
          </p:cNvGrpSpPr>
          <p:nvPr/>
        </p:nvGrpSpPr>
        <p:grpSpPr bwMode="auto">
          <a:xfrm>
            <a:off x="3636963" y="5410200"/>
            <a:ext cx="304800" cy="304800"/>
            <a:chOff x="4272" y="2400"/>
            <a:chExt cx="192" cy="192"/>
          </a:xfrm>
        </p:grpSpPr>
        <p:sp>
          <p:nvSpPr>
            <p:cNvPr id="183511" name="Rectangle 215">
              <a:extLst>
                <a:ext uri="{FF2B5EF4-FFF2-40B4-BE49-F238E27FC236}">
                  <a16:creationId xmlns:a16="http://schemas.microsoft.com/office/drawing/2014/main" id="{C69E4582-10EF-4355-B514-ECDEBC76D42A}"/>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6</a:t>
              </a:r>
            </a:p>
          </p:txBody>
        </p:sp>
        <p:grpSp>
          <p:nvGrpSpPr>
            <p:cNvPr id="28077" name="Group 216">
              <a:extLst>
                <a:ext uri="{FF2B5EF4-FFF2-40B4-BE49-F238E27FC236}">
                  <a16:creationId xmlns:a16="http://schemas.microsoft.com/office/drawing/2014/main" id="{6937AA7C-4078-4FDC-8B39-8EB302B4684E}"/>
                </a:ext>
              </a:extLst>
            </p:cNvPr>
            <p:cNvGrpSpPr>
              <a:grpSpLocks/>
            </p:cNvGrpSpPr>
            <p:nvPr/>
          </p:nvGrpSpPr>
          <p:grpSpPr bwMode="auto">
            <a:xfrm>
              <a:off x="4272" y="2400"/>
              <a:ext cx="192" cy="192"/>
              <a:chOff x="4414" y="2400"/>
              <a:chExt cx="192" cy="192"/>
            </a:xfrm>
          </p:grpSpPr>
          <p:sp>
            <p:nvSpPr>
              <p:cNvPr id="183513" name="Line 217">
                <a:extLst>
                  <a:ext uri="{FF2B5EF4-FFF2-40B4-BE49-F238E27FC236}">
                    <a16:creationId xmlns:a16="http://schemas.microsoft.com/office/drawing/2014/main" id="{250BC061-4F7B-412A-85C1-400AECC23D65}"/>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14" name="Line 218">
                <a:extLst>
                  <a:ext uri="{FF2B5EF4-FFF2-40B4-BE49-F238E27FC236}">
                    <a16:creationId xmlns:a16="http://schemas.microsoft.com/office/drawing/2014/main" id="{3C10A137-29FB-4ACD-95F6-C7F21DC814FE}"/>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15" name="Line 219">
                <a:extLst>
                  <a:ext uri="{FF2B5EF4-FFF2-40B4-BE49-F238E27FC236}">
                    <a16:creationId xmlns:a16="http://schemas.microsoft.com/office/drawing/2014/main" id="{532C0532-E49B-4B74-8BC7-887619C401FE}"/>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16" name="Line 220">
                <a:extLst>
                  <a:ext uri="{FF2B5EF4-FFF2-40B4-BE49-F238E27FC236}">
                    <a16:creationId xmlns:a16="http://schemas.microsoft.com/office/drawing/2014/main" id="{CA9B903E-C211-4C14-A2D5-4C8708FE64D1}"/>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17" name="Line 221">
                <a:extLst>
                  <a:ext uri="{FF2B5EF4-FFF2-40B4-BE49-F238E27FC236}">
                    <a16:creationId xmlns:a16="http://schemas.microsoft.com/office/drawing/2014/main" id="{20090927-EA9B-439F-A5A4-6D6FEA3D6F74}"/>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18" name="Line 222">
                <a:extLst>
                  <a:ext uri="{FF2B5EF4-FFF2-40B4-BE49-F238E27FC236}">
                    <a16:creationId xmlns:a16="http://schemas.microsoft.com/office/drawing/2014/main" id="{92F29C7E-11BE-42F0-AA98-8874550BF3BD}"/>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19" name="Line 223">
                <a:extLst>
                  <a:ext uri="{FF2B5EF4-FFF2-40B4-BE49-F238E27FC236}">
                    <a16:creationId xmlns:a16="http://schemas.microsoft.com/office/drawing/2014/main" id="{BA71AA72-03EA-4238-811F-6E69998A6F87}"/>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20" name="Line 224">
                <a:extLst>
                  <a:ext uri="{FF2B5EF4-FFF2-40B4-BE49-F238E27FC236}">
                    <a16:creationId xmlns:a16="http://schemas.microsoft.com/office/drawing/2014/main" id="{EFE125B1-BF0B-4E11-B3AB-186D43594C63}"/>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58" name="Group 225">
            <a:extLst>
              <a:ext uri="{FF2B5EF4-FFF2-40B4-BE49-F238E27FC236}">
                <a16:creationId xmlns:a16="http://schemas.microsoft.com/office/drawing/2014/main" id="{0339693C-E9D2-4428-B3CA-D43D0BBBE765}"/>
              </a:ext>
            </a:extLst>
          </p:cNvPr>
          <p:cNvGrpSpPr>
            <a:grpSpLocks/>
          </p:cNvGrpSpPr>
          <p:nvPr/>
        </p:nvGrpSpPr>
        <p:grpSpPr bwMode="auto">
          <a:xfrm>
            <a:off x="3941763" y="5410200"/>
            <a:ext cx="304800" cy="304800"/>
            <a:chOff x="4272" y="2400"/>
            <a:chExt cx="192" cy="192"/>
          </a:xfrm>
        </p:grpSpPr>
        <p:sp>
          <p:nvSpPr>
            <p:cNvPr id="183522" name="Rectangle 226">
              <a:extLst>
                <a:ext uri="{FF2B5EF4-FFF2-40B4-BE49-F238E27FC236}">
                  <a16:creationId xmlns:a16="http://schemas.microsoft.com/office/drawing/2014/main" id="{82F1E1CC-81BD-40DC-867E-5CB5F6FB9FA8}"/>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9</a:t>
              </a:r>
            </a:p>
          </p:txBody>
        </p:sp>
        <p:grpSp>
          <p:nvGrpSpPr>
            <p:cNvPr id="28067" name="Group 227">
              <a:extLst>
                <a:ext uri="{FF2B5EF4-FFF2-40B4-BE49-F238E27FC236}">
                  <a16:creationId xmlns:a16="http://schemas.microsoft.com/office/drawing/2014/main" id="{35DACC29-103D-463F-8848-A30D3083F1D2}"/>
                </a:ext>
              </a:extLst>
            </p:cNvPr>
            <p:cNvGrpSpPr>
              <a:grpSpLocks/>
            </p:cNvGrpSpPr>
            <p:nvPr/>
          </p:nvGrpSpPr>
          <p:grpSpPr bwMode="auto">
            <a:xfrm>
              <a:off x="4272" y="2400"/>
              <a:ext cx="192" cy="192"/>
              <a:chOff x="4414" y="2400"/>
              <a:chExt cx="192" cy="192"/>
            </a:xfrm>
          </p:grpSpPr>
          <p:sp>
            <p:nvSpPr>
              <p:cNvPr id="183524" name="Line 228">
                <a:extLst>
                  <a:ext uri="{FF2B5EF4-FFF2-40B4-BE49-F238E27FC236}">
                    <a16:creationId xmlns:a16="http://schemas.microsoft.com/office/drawing/2014/main" id="{0B619C5A-1F55-4555-B17B-8458FC892761}"/>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25" name="Line 229">
                <a:extLst>
                  <a:ext uri="{FF2B5EF4-FFF2-40B4-BE49-F238E27FC236}">
                    <a16:creationId xmlns:a16="http://schemas.microsoft.com/office/drawing/2014/main" id="{023FDB50-B539-4842-BABE-4B91A5CBF4D8}"/>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26" name="Line 230">
                <a:extLst>
                  <a:ext uri="{FF2B5EF4-FFF2-40B4-BE49-F238E27FC236}">
                    <a16:creationId xmlns:a16="http://schemas.microsoft.com/office/drawing/2014/main" id="{A2A10371-7CEF-4A88-B33C-A7DBB1EEB554}"/>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27" name="Line 231">
                <a:extLst>
                  <a:ext uri="{FF2B5EF4-FFF2-40B4-BE49-F238E27FC236}">
                    <a16:creationId xmlns:a16="http://schemas.microsoft.com/office/drawing/2014/main" id="{6574D9F8-03F7-4755-8B70-2D822B64B09C}"/>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28" name="Line 232">
                <a:extLst>
                  <a:ext uri="{FF2B5EF4-FFF2-40B4-BE49-F238E27FC236}">
                    <a16:creationId xmlns:a16="http://schemas.microsoft.com/office/drawing/2014/main" id="{34D0F596-5674-40F4-B8DA-14A5D40B719F}"/>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29" name="Line 233">
                <a:extLst>
                  <a:ext uri="{FF2B5EF4-FFF2-40B4-BE49-F238E27FC236}">
                    <a16:creationId xmlns:a16="http://schemas.microsoft.com/office/drawing/2014/main" id="{31853171-70D4-4A62-A4CB-471E8EA67C94}"/>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30" name="Line 234">
                <a:extLst>
                  <a:ext uri="{FF2B5EF4-FFF2-40B4-BE49-F238E27FC236}">
                    <a16:creationId xmlns:a16="http://schemas.microsoft.com/office/drawing/2014/main" id="{3E078D3E-F936-4187-9790-AC4C93A79443}"/>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31" name="Line 235">
                <a:extLst>
                  <a:ext uri="{FF2B5EF4-FFF2-40B4-BE49-F238E27FC236}">
                    <a16:creationId xmlns:a16="http://schemas.microsoft.com/office/drawing/2014/main" id="{44C8E888-4586-4DF2-92C3-C4ECD7E0FBAA}"/>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59" name="Group 236">
            <a:extLst>
              <a:ext uri="{FF2B5EF4-FFF2-40B4-BE49-F238E27FC236}">
                <a16:creationId xmlns:a16="http://schemas.microsoft.com/office/drawing/2014/main" id="{D908E335-4BD0-4171-93B9-82729A25BDAB}"/>
              </a:ext>
            </a:extLst>
          </p:cNvPr>
          <p:cNvGrpSpPr>
            <a:grpSpLocks/>
          </p:cNvGrpSpPr>
          <p:nvPr/>
        </p:nvGrpSpPr>
        <p:grpSpPr bwMode="auto">
          <a:xfrm>
            <a:off x="4071938" y="4953000"/>
            <a:ext cx="304800" cy="304800"/>
            <a:chOff x="4272" y="2400"/>
            <a:chExt cx="192" cy="192"/>
          </a:xfrm>
        </p:grpSpPr>
        <p:sp>
          <p:nvSpPr>
            <p:cNvPr id="183533" name="Rectangle 237">
              <a:extLst>
                <a:ext uri="{FF2B5EF4-FFF2-40B4-BE49-F238E27FC236}">
                  <a16:creationId xmlns:a16="http://schemas.microsoft.com/office/drawing/2014/main" id="{9297278D-CF86-4B92-9F13-2AE7494D9D51}"/>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10</a:t>
              </a:r>
            </a:p>
          </p:txBody>
        </p:sp>
        <p:grpSp>
          <p:nvGrpSpPr>
            <p:cNvPr id="28057" name="Group 238">
              <a:extLst>
                <a:ext uri="{FF2B5EF4-FFF2-40B4-BE49-F238E27FC236}">
                  <a16:creationId xmlns:a16="http://schemas.microsoft.com/office/drawing/2014/main" id="{C8FA4309-A1A2-48B2-819C-75D635A005D5}"/>
                </a:ext>
              </a:extLst>
            </p:cNvPr>
            <p:cNvGrpSpPr>
              <a:grpSpLocks/>
            </p:cNvGrpSpPr>
            <p:nvPr/>
          </p:nvGrpSpPr>
          <p:grpSpPr bwMode="auto">
            <a:xfrm>
              <a:off x="4272" y="2400"/>
              <a:ext cx="192" cy="192"/>
              <a:chOff x="4414" y="2400"/>
              <a:chExt cx="192" cy="192"/>
            </a:xfrm>
          </p:grpSpPr>
          <p:sp>
            <p:nvSpPr>
              <p:cNvPr id="183535" name="Line 239">
                <a:extLst>
                  <a:ext uri="{FF2B5EF4-FFF2-40B4-BE49-F238E27FC236}">
                    <a16:creationId xmlns:a16="http://schemas.microsoft.com/office/drawing/2014/main" id="{7318D1FE-4F84-460B-9AA0-3822307C108F}"/>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36" name="Line 240">
                <a:extLst>
                  <a:ext uri="{FF2B5EF4-FFF2-40B4-BE49-F238E27FC236}">
                    <a16:creationId xmlns:a16="http://schemas.microsoft.com/office/drawing/2014/main" id="{D5370C6C-830F-42AB-9E3C-2873FB0439F6}"/>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37" name="Line 241">
                <a:extLst>
                  <a:ext uri="{FF2B5EF4-FFF2-40B4-BE49-F238E27FC236}">
                    <a16:creationId xmlns:a16="http://schemas.microsoft.com/office/drawing/2014/main" id="{F1771A50-79F4-4A17-9CC4-52A397C29851}"/>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38" name="Line 242">
                <a:extLst>
                  <a:ext uri="{FF2B5EF4-FFF2-40B4-BE49-F238E27FC236}">
                    <a16:creationId xmlns:a16="http://schemas.microsoft.com/office/drawing/2014/main" id="{23B5F146-D181-4B57-8A86-B0ABC57475F9}"/>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39" name="Line 243">
                <a:extLst>
                  <a:ext uri="{FF2B5EF4-FFF2-40B4-BE49-F238E27FC236}">
                    <a16:creationId xmlns:a16="http://schemas.microsoft.com/office/drawing/2014/main" id="{DE851190-4A56-4E6C-8E74-E4A6B3B3AD58}"/>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40" name="Line 244">
                <a:extLst>
                  <a:ext uri="{FF2B5EF4-FFF2-40B4-BE49-F238E27FC236}">
                    <a16:creationId xmlns:a16="http://schemas.microsoft.com/office/drawing/2014/main" id="{B4E0CB4F-32EB-4EBA-A927-9CA0FBDE1F5C}"/>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41" name="Line 245">
                <a:extLst>
                  <a:ext uri="{FF2B5EF4-FFF2-40B4-BE49-F238E27FC236}">
                    <a16:creationId xmlns:a16="http://schemas.microsoft.com/office/drawing/2014/main" id="{BE28034E-28E0-42BC-8C69-2252F57B0D14}"/>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42" name="Line 246">
                <a:extLst>
                  <a:ext uri="{FF2B5EF4-FFF2-40B4-BE49-F238E27FC236}">
                    <a16:creationId xmlns:a16="http://schemas.microsoft.com/office/drawing/2014/main" id="{90C47CC1-C81A-458E-AF79-F7E77B3442CD}"/>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0" name="Group 247">
            <a:extLst>
              <a:ext uri="{FF2B5EF4-FFF2-40B4-BE49-F238E27FC236}">
                <a16:creationId xmlns:a16="http://schemas.microsoft.com/office/drawing/2014/main" id="{BC2ECF92-B847-437E-8084-D415CDE267C0}"/>
              </a:ext>
            </a:extLst>
          </p:cNvPr>
          <p:cNvGrpSpPr>
            <a:grpSpLocks/>
          </p:cNvGrpSpPr>
          <p:nvPr/>
        </p:nvGrpSpPr>
        <p:grpSpPr bwMode="auto">
          <a:xfrm>
            <a:off x="4376738" y="4953000"/>
            <a:ext cx="304800" cy="304800"/>
            <a:chOff x="4272" y="2400"/>
            <a:chExt cx="192" cy="192"/>
          </a:xfrm>
        </p:grpSpPr>
        <p:sp>
          <p:nvSpPr>
            <p:cNvPr id="183544" name="Rectangle 248">
              <a:extLst>
                <a:ext uri="{FF2B5EF4-FFF2-40B4-BE49-F238E27FC236}">
                  <a16:creationId xmlns:a16="http://schemas.microsoft.com/office/drawing/2014/main" id="{6A038716-EDF4-4BD8-ABD2-82EC2E22B312}"/>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11</a:t>
              </a:r>
            </a:p>
          </p:txBody>
        </p:sp>
        <p:grpSp>
          <p:nvGrpSpPr>
            <p:cNvPr id="28047" name="Group 249">
              <a:extLst>
                <a:ext uri="{FF2B5EF4-FFF2-40B4-BE49-F238E27FC236}">
                  <a16:creationId xmlns:a16="http://schemas.microsoft.com/office/drawing/2014/main" id="{00D5D8F5-6E04-49F4-84A9-AEC0A1D075AE}"/>
                </a:ext>
              </a:extLst>
            </p:cNvPr>
            <p:cNvGrpSpPr>
              <a:grpSpLocks/>
            </p:cNvGrpSpPr>
            <p:nvPr/>
          </p:nvGrpSpPr>
          <p:grpSpPr bwMode="auto">
            <a:xfrm>
              <a:off x="4272" y="2400"/>
              <a:ext cx="192" cy="192"/>
              <a:chOff x="4414" y="2400"/>
              <a:chExt cx="192" cy="192"/>
            </a:xfrm>
          </p:grpSpPr>
          <p:sp>
            <p:nvSpPr>
              <p:cNvPr id="183546" name="Line 250">
                <a:extLst>
                  <a:ext uri="{FF2B5EF4-FFF2-40B4-BE49-F238E27FC236}">
                    <a16:creationId xmlns:a16="http://schemas.microsoft.com/office/drawing/2014/main" id="{0197838C-0A1A-4881-9F9F-F5FAF8B73AA0}"/>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47" name="Line 251">
                <a:extLst>
                  <a:ext uri="{FF2B5EF4-FFF2-40B4-BE49-F238E27FC236}">
                    <a16:creationId xmlns:a16="http://schemas.microsoft.com/office/drawing/2014/main" id="{ADAEF60B-FF0C-48D4-B8B3-445BF06C79D1}"/>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48" name="Line 252">
                <a:extLst>
                  <a:ext uri="{FF2B5EF4-FFF2-40B4-BE49-F238E27FC236}">
                    <a16:creationId xmlns:a16="http://schemas.microsoft.com/office/drawing/2014/main" id="{E82DB83A-3C15-446C-8615-E1C03272C9C7}"/>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49" name="Line 253">
                <a:extLst>
                  <a:ext uri="{FF2B5EF4-FFF2-40B4-BE49-F238E27FC236}">
                    <a16:creationId xmlns:a16="http://schemas.microsoft.com/office/drawing/2014/main" id="{39F32C91-959D-4542-AEA0-B50DE8889ECC}"/>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50" name="Line 254">
                <a:extLst>
                  <a:ext uri="{FF2B5EF4-FFF2-40B4-BE49-F238E27FC236}">
                    <a16:creationId xmlns:a16="http://schemas.microsoft.com/office/drawing/2014/main" id="{33B2B7C1-002B-4865-AA14-5889E89F8B7F}"/>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51" name="Line 255">
                <a:extLst>
                  <a:ext uri="{FF2B5EF4-FFF2-40B4-BE49-F238E27FC236}">
                    <a16:creationId xmlns:a16="http://schemas.microsoft.com/office/drawing/2014/main" id="{D1CE62E9-51F0-4B90-8BF4-CB5DED98715E}"/>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52" name="Line 256">
                <a:extLst>
                  <a:ext uri="{FF2B5EF4-FFF2-40B4-BE49-F238E27FC236}">
                    <a16:creationId xmlns:a16="http://schemas.microsoft.com/office/drawing/2014/main" id="{D707E009-C656-494A-9EF2-4F92C6119BE9}"/>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53" name="Line 257">
                <a:extLst>
                  <a:ext uri="{FF2B5EF4-FFF2-40B4-BE49-F238E27FC236}">
                    <a16:creationId xmlns:a16="http://schemas.microsoft.com/office/drawing/2014/main" id="{94D15FAB-310E-47B0-9220-5A1A64570BA0}"/>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1" name="Group 258">
            <a:extLst>
              <a:ext uri="{FF2B5EF4-FFF2-40B4-BE49-F238E27FC236}">
                <a16:creationId xmlns:a16="http://schemas.microsoft.com/office/drawing/2014/main" id="{A43E50DE-12CF-4814-B5D6-96ED7E014514}"/>
              </a:ext>
            </a:extLst>
          </p:cNvPr>
          <p:cNvGrpSpPr>
            <a:grpSpLocks/>
          </p:cNvGrpSpPr>
          <p:nvPr/>
        </p:nvGrpSpPr>
        <p:grpSpPr bwMode="auto">
          <a:xfrm>
            <a:off x="4681538" y="4953000"/>
            <a:ext cx="304800" cy="304800"/>
            <a:chOff x="4272" y="2400"/>
            <a:chExt cx="192" cy="192"/>
          </a:xfrm>
        </p:grpSpPr>
        <p:sp>
          <p:nvSpPr>
            <p:cNvPr id="183555" name="Rectangle 259">
              <a:extLst>
                <a:ext uri="{FF2B5EF4-FFF2-40B4-BE49-F238E27FC236}">
                  <a16:creationId xmlns:a16="http://schemas.microsoft.com/office/drawing/2014/main" id="{5DECA3A6-0691-491A-AC43-9EA8A7D2B373}"/>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12</a:t>
              </a:r>
            </a:p>
          </p:txBody>
        </p:sp>
        <p:grpSp>
          <p:nvGrpSpPr>
            <p:cNvPr id="28037" name="Group 260">
              <a:extLst>
                <a:ext uri="{FF2B5EF4-FFF2-40B4-BE49-F238E27FC236}">
                  <a16:creationId xmlns:a16="http://schemas.microsoft.com/office/drawing/2014/main" id="{E3C5D572-2B64-4A89-A1E3-49CD9719437D}"/>
                </a:ext>
              </a:extLst>
            </p:cNvPr>
            <p:cNvGrpSpPr>
              <a:grpSpLocks/>
            </p:cNvGrpSpPr>
            <p:nvPr/>
          </p:nvGrpSpPr>
          <p:grpSpPr bwMode="auto">
            <a:xfrm>
              <a:off x="4272" y="2400"/>
              <a:ext cx="192" cy="192"/>
              <a:chOff x="4414" y="2400"/>
              <a:chExt cx="192" cy="192"/>
            </a:xfrm>
          </p:grpSpPr>
          <p:sp>
            <p:nvSpPr>
              <p:cNvPr id="183557" name="Line 261">
                <a:extLst>
                  <a:ext uri="{FF2B5EF4-FFF2-40B4-BE49-F238E27FC236}">
                    <a16:creationId xmlns:a16="http://schemas.microsoft.com/office/drawing/2014/main" id="{7A2C87A0-501B-4489-9471-E9DD9C7E9B55}"/>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58" name="Line 262">
                <a:extLst>
                  <a:ext uri="{FF2B5EF4-FFF2-40B4-BE49-F238E27FC236}">
                    <a16:creationId xmlns:a16="http://schemas.microsoft.com/office/drawing/2014/main" id="{B3AA5C63-E2CC-4802-AD4F-5CEBCFE7702F}"/>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59" name="Line 263">
                <a:extLst>
                  <a:ext uri="{FF2B5EF4-FFF2-40B4-BE49-F238E27FC236}">
                    <a16:creationId xmlns:a16="http://schemas.microsoft.com/office/drawing/2014/main" id="{E8D99018-92EB-4E7F-94BB-CBA71540BA30}"/>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60" name="Line 264">
                <a:extLst>
                  <a:ext uri="{FF2B5EF4-FFF2-40B4-BE49-F238E27FC236}">
                    <a16:creationId xmlns:a16="http://schemas.microsoft.com/office/drawing/2014/main" id="{349788EB-285F-42A8-8AF1-84BE622EAF26}"/>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61" name="Line 265">
                <a:extLst>
                  <a:ext uri="{FF2B5EF4-FFF2-40B4-BE49-F238E27FC236}">
                    <a16:creationId xmlns:a16="http://schemas.microsoft.com/office/drawing/2014/main" id="{F7A6A0A9-D261-426E-99D3-3D4E3A425F44}"/>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62" name="Line 266">
                <a:extLst>
                  <a:ext uri="{FF2B5EF4-FFF2-40B4-BE49-F238E27FC236}">
                    <a16:creationId xmlns:a16="http://schemas.microsoft.com/office/drawing/2014/main" id="{E1F2F9EB-8F85-43A8-96B0-3DDB8F8465D7}"/>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63" name="Line 267">
                <a:extLst>
                  <a:ext uri="{FF2B5EF4-FFF2-40B4-BE49-F238E27FC236}">
                    <a16:creationId xmlns:a16="http://schemas.microsoft.com/office/drawing/2014/main" id="{5257F8CC-48C7-4BDA-9655-337880069EB3}"/>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64" name="Line 268">
                <a:extLst>
                  <a:ext uri="{FF2B5EF4-FFF2-40B4-BE49-F238E27FC236}">
                    <a16:creationId xmlns:a16="http://schemas.microsoft.com/office/drawing/2014/main" id="{EF6863DD-388E-45AC-B5DE-0A27F6C8507C}"/>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2" name="Group 269">
            <a:extLst>
              <a:ext uri="{FF2B5EF4-FFF2-40B4-BE49-F238E27FC236}">
                <a16:creationId xmlns:a16="http://schemas.microsoft.com/office/drawing/2014/main" id="{FE18F959-C581-4309-83F7-8C483C4939DF}"/>
              </a:ext>
            </a:extLst>
          </p:cNvPr>
          <p:cNvGrpSpPr>
            <a:grpSpLocks/>
          </p:cNvGrpSpPr>
          <p:nvPr/>
        </p:nvGrpSpPr>
        <p:grpSpPr bwMode="auto">
          <a:xfrm>
            <a:off x="4986338" y="4953000"/>
            <a:ext cx="304800" cy="304800"/>
            <a:chOff x="4272" y="2400"/>
            <a:chExt cx="192" cy="192"/>
          </a:xfrm>
        </p:grpSpPr>
        <p:sp>
          <p:nvSpPr>
            <p:cNvPr id="183566" name="Rectangle 270">
              <a:extLst>
                <a:ext uri="{FF2B5EF4-FFF2-40B4-BE49-F238E27FC236}">
                  <a16:creationId xmlns:a16="http://schemas.microsoft.com/office/drawing/2014/main" id="{D773228B-5D16-4A69-83BD-106533E1A651}"/>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 </a:t>
              </a:r>
            </a:p>
          </p:txBody>
        </p:sp>
        <p:grpSp>
          <p:nvGrpSpPr>
            <p:cNvPr id="28027" name="Group 271">
              <a:extLst>
                <a:ext uri="{FF2B5EF4-FFF2-40B4-BE49-F238E27FC236}">
                  <a16:creationId xmlns:a16="http://schemas.microsoft.com/office/drawing/2014/main" id="{72A0DD31-36BC-4F90-B820-B5F18AE454DC}"/>
                </a:ext>
              </a:extLst>
            </p:cNvPr>
            <p:cNvGrpSpPr>
              <a:grpSpLocks/>
            </p:cNvGrpSpPr>
            <p:nvPr/>
          </p:nvGrpSpPr>
          <p:grpSpPr bwMode="auto">
            <a:xfrm>
              <a:off x="4272" y="2400"/>
              <a:ext cx="192" cy="192"/>
              <a:chOff x="4414" y="2400"/>
              <a:chExt cx="192" cy="192"/>
            </a:xfrm>
          </p:grpSpPr>
          <p:sp>
            <p:nvSpPr>
              <p:cNvPr id="183568" name="Line 272">
                <a:extLst>
                  <a:ext uri="{FF2B5EF4-FFF2-40B4-BE49-F238E27FC236}">
                    <a16:creationId xmlns:a16="http://schemas.microsoft.com/office/drawing/2014/main" id="{A8CE601D-DC66-4761-8486-B6F3BF55A921}"/>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69" name="Line 273">
                <a:extLst>
                  <a:ext uri="{FF2B5EF4-FFF2-40B4-BE49-F238E27FC236}">
                    <a16:creationId xmlns:a16="http://schemas.microsoft.com/office/drawing/2014/main" id="{279DDBD1-77F6-43A7-B9D1-32E496EB4253}"/>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70" name="Line 274">
                <a:extLst>
                  <a:ext uri="{FF2B5EF4-FFF2-40B4-BE49-F238E27FC236}">
                    <a16:creationId xmlns:a16="http://schemas.microsoft.com/office/drawing/2014/main" id="{B55949F7-5D69-453C-A2AA-91B13331FA3F}"/>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71" name="Line 275">
                <a:extLst>
                  <a:ext uri="{FF2B5EF4-FFF2-40B4-BE49-F238E27FC236}">
                    <a16:creationId xmlns:a16="http://schemas.microsoft.com/office/drawing/2014/main" id="{F83DBACD-84A0-4741-9EB0-3DF76817FCB3}"/>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72" name="Line 276">
                <a:extLst>
                  <a:ext uri="{FF2B5EF4-FFF2-40B4-BE49-F238E27FC236}">
                    <a16:creationId xmlns:a16="http://schemas.microsoft.com/office/drawing/2014/main" id="{90E269B5-C409-4049-AF62-AD76505BAAF1}"/>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73" name="Line 277">
                <a:extLst>
                  <a:ext uri="{FF2B5EF4-FFF2-40B4-BE49-F238E27FC236}">
                    <a16:creationId xmlns:a16="http://schemas.microsoft.com/office/drawing/2014/main" id="{DF0A36C1-21E9-4AF5-BA0E-9213001D6A04}"/>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74" name="Line 278">
                <a:extLst>
                  <a:ext uri="{FF2B5EF4-FFF2-40B4-BE49-F238E27FC236}">
                    <a16:creationId xmlns:a16="http://schemas.microsoft.com/office/drawing/2014/main" id="{804626BD-3EB5-4DF5-AE06-305F7681E972}"/>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75" name="Line 279">
                <a:extLst>
                  <a:ext uri="{FF2B5EF4-FFF2-40B4-BE49-F238E27FC236}">
                    <a16:creationId xmlns:a16="http://schemas.microsoft.com/office/drawing/2014/main" id="{94EC56EF-2D6F-4324-8304-CADBAE711851}"/>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3" name="Group 280">
            <a:extLst>
              <a:ext uri="{FF2B5EF4-FFF2-40B4-BE49-F238E27FC236}">
                <a16:creationId xmlns:a16="http://schemas.microsoft.com/office/drawing/2014/main" id="{CEB3F857-DDDC-405C-B067-81615BF16B6E}"/>
              </a:ext>
            </a:extLst>
          </p:cNvPr>
          <p:cNvGrpSpPr>
            <a:grpSpLocks/>
          </p:cNvGrpSpPr>
          <p:nvPr/>
        </p:nvGrpSpPr>
        <p:grpSpPr bwMode="auto">
          <a:xfrm>
            <a:off x="5116513" y="5410200"/>
            <a:ext cx="304800" cy="304800"/>
            <a:chOff x="4272" y="2400"/>
            <a:chExt cx="192" cy="192"/>
          </a:xfrm>
        </p:grpSpPr>
        <p:sp>
          <p:nvSpPr>
            <p:cNvPr id="183577" name="Rectangle 281">
              <a:extLst>
                <a:ext uri="{FF2B5EF4-FFF2-40B4-BE49-F238E27FC236}">
                  <a16:creationId xmlns:a16="http://schemas.microsoft.com/office/drawing/2014/main" id="{63752BA5-FA09-4D37-B8F6-F37871BF2EE6}"/>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15</a:t>
              </a:r>
            </a:p>
          </p:txBody>
        </p:sp>
        <p:grpSp>
          <p:nvGrpSpPr>
            <p:cNvPr id="28017" name="Group 282">
              <a:extLst>
                <a:ext uri="{FF2B5EF4-FFF2-40B4-BE49-F238E27FC236}">
                  <a16:creationId xmlns:a16="http://schemas.microsoft.com/office/drawing/2014/main" id="{CB04A686-0B70-420A-B133-60442F53CA44}"/>
                </a:ext>
              </a:extLst>
            </p:cNvPr>
            <p:cNvGrpSpPr>
              <a:grpSpLocks/>
            </p:cNvGrpSpPr>
            <p:nvPr/>
          </p:nvGrpSpPr>
          <p:grpSpPr bwMode="auto">
            <a:xfrm>
              <a:off x="4272" y="2400"/>
              <a:ext cx="192" cy="192"/>
              <a:chOff x="4414" y="2400"/>
              <a:chExt cx="192" cy="192"/>
            </a:xfrm>
          </p:grpSpPr>
          <p:sp>
            <p:nvSpPr>
              <p:cNvPr id="183579" name="Line 283">
                <a:extLst>
                  <a:ext uri="{FF2B5EF4-FFF2-40B4-BE49-F238E27FC236}">
                    <a16:creationId xmlns:a16="http://schemas.microsoft.com/office/drawing/2014/main" id="{863A999D-5054-4AF1-9C7D-0B7B3EA6C1F3}"/>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80" name="Line 284">
                <a:extLst>
                  <a:ext uri="{FF2B5EF4-FFF2-40B4-BE49-F238E27FC236}">
                    <a16:creationId xmlns:a16="http://schemas.microsoft.com/office/drawing/2014/main" id="{CDD8F5A6-38AE-4AFE-AEFF-F02CB1DED936}"/>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81" name="Line 285">
                <a:extLst>
                  <a:ext uri="{FF2B5EF4-FFF2-40B4-BE49-F238E27FC236}">
                    <a16:creationId xmlns:a16="http://schemas.microsoft.com/office/drawing/2014/main" id="{642D2C84-4C4A-4D67-A77B-5EC9CDA6F567}"/>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82" name="Line 286">
                <a:extLst>
                  <a:ext uri="{FF2B5EF4-FFF2-40B4-BE49-F238E27FC236}">
                    <a16:creationId xmlns:a16="http://schemas.microsoft.com/office/drawing/2014/main" id="{F769C2E2-F9F5-4C32-9685-45C74C149598}"/>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83" name="Line 287">
                <a:extLst>
                  <a:ext uri="{FF2B5EF4-FFF2-40B4-BE49-F238E27FC236}">
                    <a16:creationId xmlns:a16="http://schemas.microsoft.com/office/drawing/2014/main" id="{55C2AC2C-865B-4DB3-A386-F1ECDE8D1999}"/>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84" name="Line 288">
                <a:extLst>
                  <a:ext uri="{FF2B5EF4-FFF2-40B4-BE49-F238E27FC236}">
                    <a16:creationId xmlns:a16="http://schemas.microsoft.com/office/drawing/2014/main" id="{61A4B08F-2BC2-4388-BD69-9E00AD9AE192}"/>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85" name="Line 289">
                <a:extLst>
                  <a:ext uri="{FF2B5EF4-FFF2-40B4-BE49-F238E27FC236}">
                    <a16:creationId xmlns:a16="http://schemas.microsoft.com/office/drawing/2014/main" id="{B01AD58D-FE0E-40AE-89F4-2C11989F0EA4}"/>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86" name="Line 290">
                <a:extLst>
                  <a:ext uri="{FF2B5EF4-FFF2-40B4-BE49-F238E27FC236}">
                    <a16:creationId xmlns:a16="http://schemas.microsoft.com/office/drawing/2014/main" id="{8BA259BD-EF0E-4A54-A2AE-E0EEB65E1B89}"/>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4" name="Group 291">
            <a:extLst>
              <a:ext uri="{FF2B5EF4-FFF2-40B4-BE49-F238E27FC236}">
                <a16:creationId xmlns:a16="http://schemas.microsoft.com/office/drawing/2014/main" id="{BBC6220A-E6AC-42FB-B545-1CC746C398A4}"/>
              </a:ext>
            </a:extLst>
          </p:cNvPr>
          <p:cNvGrpSpPr>
            <a:grpSpLocks/>
          </p:cNvGrpSpPr>
          <p:nvPr/>
        </p:nvGrpSpPr>
        <p:grpSpPr bwMode="auto">
          <a:xfrm>
            <a:off x="5421313" y="5410200"/>
            <a:ext cx="304800" cy="304800"/>
            <a:chOff x="4272" y="2400"/>
            <a:chExt cx="192" cy="192"/>
          </a:xfrm>
        </p:grpSpPr>
        <p:sp>
          <p:nvSpPr>
            <p:cNvPr id="183588" name="Rectangle 292">
              <a:extLst>
                <a:ext uri="{FF2B5EF4-FFF2-40B4-BE49-F238E27FC236}">
                  <a16:creationId xmlns:a16="http://schemas.microsoft.com/office/drawing/2014/main" id="{F2EAE758-0D20-418F-8E26-14CA3ABC9CF9}"/>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17</a:t>
              </a:r>
            </a:p>
          </p:txBody>
        </p:sp>
        <p:grpSp>
          <p:nvGrpSpPr>
            <p:cNvPr id="28007" name="Group 293">
              <a:extLst>
                <a:ext uri="{FF2B5EF4-FFF2-40B4-BE49-F238E27FC236}">
                  <a16:creationId xmlns:a16="http://schemas.microsoft.com/office/drawing/2014/main" id="{2B6EE057-2005-4D92-97F3-D1FAF1897DB1}"/>
                </a:ext>
              </a:extLst>
            </p:cNvPr>
            <p:cNvGrpSpPr>
              <a:grpSpLocks/>
            </p:cNvGrpSpPr>
            <p:nvPr/>
          </p:nvGrpSpPr>
          <p:grpSpPr bwMode="auto">
            <a:xfrm>
              <a:off x="4272" y="2400"/>
              <a:ext cx="192" cy="192"/>
              <a:chOff x="4414" y="2400"/>
              <a:chExt cx="192" cy="192"/>
            </a:xfrm>
          </p:grpSpPr>
          <p:sp>
            <p:nvSpPr>
              <p:cNvPr id="183590" name="Line 294">
                <a:extLst>
                  <a:ext uri="{FF2B5EF4-FFF2-40B4-BE49-F238E27FC236}">
                    <a16:creationId xmlns:a16="http://schemas.microsoft.com/office/drawing/2014/main" id="{CC7A0036-4F53-4C86-9497-18E850975D62}"/>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91" name="Line 295">
                <a:extLst>
                  <a:ext uri="{FF2B5EF4-FFF2-40B4-BE49-F238E27FC236}">
                    <a16:creationId xmlns:a16="http://schemas.microsoft.com/office/drawing/2014/main" id="{FC45A764-8370-4415-B8A3-4C492C474426}"/>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92" name="Line 296">
                <a:extLst>
                  <a:ext uri="{FF2B5EF4-FFF2-40B4-BE49-F238E27FC236}">
                    <a16:creationId xmlns:a16="http://schemas.microsoft.com/office/drawing/2014/main" id="{A22F1EE8-A641-4414-9753-58337F5F3ED2}"/>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93" name="Line 297">
                <a:extLst>
                  <a:ext uri="{FF2B5EF4-FFF2-40B4-BE49-F238E27FC236}">
                    <a16:creationId xmlns:a16="http://schemas.microsoft.com/office/drawing/2014/main" id="{B8C5CB03-7651-4404-8183-9321A5166AB4}"/>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94" name="Line 298">
                <a:extLst>
                  <a:ext uri="{FF2B5EF4-FFF2-40B4-BE49-F238E27FC236}">
                    <a16:creationId xmlns:a16="http://schemas.microsoft.com/office/drawing/2014/main" id="{8AC0301E-2569-4F5F-AC96-CF8F37AA8828}"/>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95" name="Line 299">
                <a:extLst>
                  <a:ext uri="{FF2B5EF4-FFF2-40B4-BE49-F238E27FC236}">
                    <a16:creationId xmlns:a16="http://schemas.microsoft.com/office/drawing/2014/main" id="{38CDA2CE-7FC0-4DA7-8F42-C916CC41A83D}"/>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96" name="Line 300">
                <a:extLst>
                  <a:ext uri="{FF2B5EF4-FFF2-40B4-BE49-F238E27FC236}">
                    <a16:creationId xmlns:a16="http://schemas.microsoft.com/office/drawing/2014/main" id="{7698C0B1-144B-4B1D-B72C-F3CE18B57176}"/>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597" name="Line 301">
                <a:extLst>
                  <a:ext uri="{FF2B5EF4-FFF2-40B4-BE49-F238E27FC236}">
                    <a16:creationId xmlns:a16="http://schemas.microsoft.com/office/drawing/2014/main" id="{8DA8EE21-7710-46BC-BE76-AE7C13503F45}"/>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5" name="Group 302">
            <a:extLst>
              <a:ext uri="{FF2B5EF4-FFF2-40B4-BE49-F238E27FC236}">
                <a16:creationId xmlns:a16="http://schemas.microsoft.com/office/drawing/2014/main" id="{67391C2D-6F2B-4FA3-A417-C3FC2E6D2AE9}"/>
              </a:ext>
            </a:extLst>
          </p:cNvPr>
          <p:cNvGrpSpPr>
            <a:grpSpLocks/>
          </p:cNvGrpSpPr>
          <p:nvPr/>
        </p:nvGrpSpPr>
        <p:grpSpPr bwMode="auto">
          <a:xfrm>
            <a:off x="5726113" y="5410200"/>
            <a:ext cx="304800" cy="304800"/>
            <a:chOff x="4272" y="2400"/>
            <a:chExt cx="192" cy="192"/>
          </a:xfrm>
        </p:grpSpPr>
        <p:sp>
          <p:nvSpPr>
            <p:cNvPr id="183599" name="Rectangle 303">
              <a:extLst>
                <a:ext uri="{FF2B5EF4-FFF2-40B4-BE49-F238E27FC236}">
                  <a16:creationId xmlns:a16="http://schemas.microsoft.com/office/drawing/2014/main" id="{8DF1228E-B25F-4613-A94E-B1C2B40F20AA}"/>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000" b="1">
                <a:solidFill>
                  <a:srgbClr val="339933"/>
                </a:solidFill>
                <a:latin typeface="Arial" charset="0"/>
                <a:ea typeface="ＭＳ Ｐゴシック" charset="0"/>
              </a:endParaRPr>
            </a:p>
          </p:txBody>
        </p:sp>
        <p:grpSp>
          <p:nvGrpSpPr>
            <p:cNvPr id="27997" name="Group 304">
              <a:extLst>
                <a:ext uri="{FF2B5EF4-FFF2-40B4-BE49-F238E27FC236}">
                  <a16:creationId xmlns:a16="http://schemas.microsoft.com/office/drawing/2014/main" id="{7553FC53-6B8B-475E-943A-9480F46ECF42}"/>
                </a:ext>
              </a:extLst>
            </p:cNvPr>
            <p:cNvGrpSpPr>
              <a:grpSpLocks/>
            </p:cNvGrpSpPr>
            <p:nvPr/>
          </p:nvGrpSpPr>
          <p:grpSpPr bwMode="auto">
            <a:xfrm>
              <a:off x="4272" y="2400"/>
              <a:ext cx="192" cy="192"/>
              <a:chOff x="4414" y="2400"/>
              <a:chExt cx="192" cy="192"/>
            </a:xfrm>
          </p:grpSpPr>
          <p:sp>
            <p:nvSpPr>
              <p:cNvPr id="183601" name="Line 305">
                <a:extLst>
                  <a:ext uri="{FF2B5EF4-FFF2-40B4-BE49-F238E27FC236}">
                    <a16:creationId xmlns:a16="http://schemas.microsoft.com/office/drawing/2014/main" id="{ECFDDCE7-3E92-4A4E-939E-DDEABA01CA1A}"/>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02" name="Line 306">
                <a:extLst>
                  <a:ext uri="{FF2B5EF4-FFF2-40B4-BE49-F238E27FC236}">
                    <a16:creationId xmlns:a16="http://schemas.microsoft.com/office/drawing/2014/main" id="{A774448D-CB01-42C0-962C-D90DF7AD27B7}"/>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03" name="Line 307">
                <a:extLst>
                  <a:ext uri="{FF2B5EF4-FFF2-40B4-BE49-F238E27FC236}">
                    <a16:creationId xmlns:a16="http://schemas.microsoft.com/office/drawing/2014/main" id="{13B37605-4A8D-41E8-9E6E-7F674AC47824}"/>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04" name="Line 308">
                <a:extLst>
                  <a:ext uri="{FF2B5EF4-FFF2-40B4-BE49-F238E27FC236}">
                    <a16:creationId xmlns:a16="http://schemas.microsoft.com/office/drawing/2014/main" id="{14D6B429-CB3D-47CE-80AB-333F719C656B}"/>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05" name="Line 309">
                <a:extLst>
                  <a:ext uri="{FF2B5EF4-FFF2-40B4-BE49-F238E27FC236}">
                    <a16:creationId xmlns:a16="http://schemas.microsoft.com/office/drawing/2014/main" id="{6EDE1377-55DE-4B2D-885B-C6A4CFAED4B0}"/>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06" name="Line 310">
                <a:extLst>
                  <a:ext uri="{FF2B5EF4-FFF2-40B4-BE49-F238E27FC236}">
                    <a16:creationId xmlns:a16="http://schemas.microsoft.com/office/drawing/2014/main" id="{1365088C-7080-4736-9918-0CAAB6ECE579}"/>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07" name="Line 311">
                <a:extLst>
                  <a:ext uri="{FF2B5EF4-FFF2-40B4-BE49-F238E27FC236}">
                    <a16:creationId xmlns:a16="http://schemas.microsoft.com/office/drawing/2014/main" id="{603E98D0-D7E5-498C-AB55-B7FDC5B1304B}"/>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08" name="Line 312">
                <a:extLst>
                  <a:ext uri="{FF2B5EF4-FFF2-40B4-BE49-F238E27FC236}">
                    <a16:creationId xmlns:a16="http://schemas.microsoft.com/office/drawing/2014/main" id="{113404D7-FBA8-46EC-838F-C9A6EAC308BD}"/>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6" name="Group 313">
            <a:extLst>
              <a:ext uri="{FF2B5EF4-FFF2-40B4-BE49-F238E27FC236}">
                <a16:creationId xmlns:a16="http://schemas.microsoft.com/office/drawing/2014/main" id="{A4EDD752-4958-465A-84F6-ACD239A798ED}"/>
              </a:ext>
            </a:extLst>
          </p:cNvPr>
          <p:cNvGrpSpPr>
            <a:grpSpLocks/>
          </p:cNvGrpSpPr>
          <p:nvPr/>
        </p:nvGrpSpPr>
        <p:grpSpPr bwMode="auto">
          <a:xfrm>
            <a:off x="6030913" y="5410200"/>
            <a:ext cx="304800" cy="304800"/>
            <a:chOff x="4272" y="2400"/>
            <a:chExt cx="192" cy="192"/>
          </a:xfrm>
        </p:grpSpPr>
        <p:sp>
          <p:nvSpPr>
            <p:cNvPr id="183610" name="Rectangle 314">
              <a:extLst>
                <a:ext uri="{FF2B5EF4-FFF2-40B4-BE49-F238E27FC236}">
                  <a16:creationId xmlns:a16="http://schemas.microsoft.com/office/drawing/2014/main" id="{2C7E21D9-E99B-4C9B-A60B-CD2A2821AC43}"/>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 </a:t>
              </a:r>
            </a:p>
          </p:txBody>
        </p:sp>
        <p:grpSp>
          <p:nvGrpSpPr>
            <p:cNvPr id="27987" name="Group 315">
              <a:extLst>
                <a:ext uri="{FF2B5EF4-FFF2-40B4-BE49-F238E27FC236}">
                  <a16:creationId xmlns:a16="http://schemas.microsoft.com/office/drawing/2014/main" id="{177B409D-D14E-4C9D-8670-65FED4B5CC2C}"/>
                </a:ext>
              </a:extLst>
            </p:cNvPr>
            <p:cNvGrpSpPr>
              <a:grpSpLocks/>
            </p:cNvGrpSpPr>
            <p:nvPr/>
          </p:nvGrpSpPr>
          <p:grpSpPr bwMode="auto">
            <a:xfrm>
              <a:off x="4272" y="2400"/>
              <a:ext cx="192" cy="192"/>
              <a:chOff x="4414" y="2400"/>
              <a:chExt cx="192" cy="192"/>
            </a:xfrm>
          </p:grpSpPr>
          <p:sp>
            <p:nvSpPr>
              <p:cNvPr id="183612" name="Line 316">
                <a:extLst>
                  <a:ext uri="{FF2B5EF4-FFF2-40B4-BE49-F238E27FC236}">
                    <a16:creationId xmlns:a16="http://schemas.microsoft.com/office/drawing/2014/main" id="{31D814F8-CF6C-45AA-9959-185B09FEEE3D}"/>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13" name="Line 317">
                <a:extLst>
                  <a:ext uri="{FF2B5EF4-FFF2-40B4-BE49-F238E27FC236}">
                    <a16:creationId xmlns:a16="http://schemas.microsoft.com/office/drawing/2014/main" id="{49C12BD1-978A-47DA-A2B7-F95EF1588812}"/>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14" name="Line 318">
                <a:extLst>
                  <a:ext uri="{FF2B5EF4-FFF2-40B4-BE49-F238E27FC236}">
                    <a16:creationId xmlns:a16="http://schemas.microsoft.com/office/drawing/2014/main" id="{2C5628C5-FCE1-4361-B4B8-C8132EBDA09F}"/>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15" name="Line 319">
                <a:extLst>
                  <a:ext uri="{FF2B5EF4-FFF2-40B4-BE49-F238E27FC236}">
                    <a16:creationId xmlns:a16="http://schemas.microsoft.com/office/drawing/2014/main" id="{EFC69699-C9AA-4EA0-81E6-8D2647808FB9}"/>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16" name="Line 320">
                <a:extLst>
                  <a:ext uri="{FF2B5EF4-FFF2-40B4-BE49-F238E27FC236}">
                    <a16:creationId xmlns:a16="http://schemas.microsoft.com/office/drawing/2014/main" id="{E3444FC0-660B-4F4A-9D91-B7EC36133988}"/>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17" name="Line 321">
                <a:extLst>
                  <a:ext uri="{FF2B5EF4-FFF2-40B4-BE49-F238E27FC236}">
                    <a16:creationId xmlns:a16="http://schemas.microsoft.com/office/drawing/2014/main" id="{368708DB-43DC-4AF5-B7EC-29283BAF2A64}"/>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18" name="Line 322">
                <a:extLst>
                  <a:ext uri="{FF2B5EF4-FFF2-40B4-BE49-F238E27FC236}">
                    <a16:creationId xmlns:a16="http://schemas.microsoft.com/office/drawing/2014/main" id="{3B6467F6-9A2D-4033-B44B-4C03F32554B1}"/>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19" name="Line 323">
                <a:extLst>
                  <a:ext uri="{FF2B5EF4-FFF2-40B4-BE49-F238E27FC236}">
                    <a16:creationId xmlns:a16="http://schemas.microsoft.com/office/drawing/2014/main" id="{4887BB8D-CEC8-4E67-94B5-C21A28892495}"/>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7" name="Group 324">
            <a:extLst>
              <a:ext uri="{FF2B5EF4-FFF2-40B4-BE49-F238E27FC236}">
                <a16:creationId xmlns:a16="http://schemas.microsoft.com/office/drawing/2014/main" id="{AAFDD2FB-2C91-4557-AAC8-23675DFCA5D4}"/>
              </a:ext>
            </a:extLst>
          </p:cNvPr>
          <p:cNvGrpSpPr>
            <a:grpSpLocks/>
          </p:cNvGrpSpPr>
          <p:nvPr/>
        </p:nvGrpSpPr>
        <p:grpSpPr bwMode="auto">
          <a:xfrm>
            <a:off x="6162675" y="4953000"/>
            <a:ext cx="304800" cy="304800"/>
            <a:chOff x="4272" y="2400"/>
            <a:chExt cx="192" cy="192"/>
          </a:xfrm>
        </p:grpSpPr>
        <p:sp>
          <p:nvSpPr>
            <p:cNvPr id="183621" name="Rectangle 325">
              <a:extLst>
                <a:ext uri="{FF2B5EF4-FFF2-40B4-BE49-F238E27FC236}">
                  <a16:creationId xmlns:a16="http://schemas.microsoft.com/office/drawing/2014/main" id="{9A0B4E73-3A4B-45E9-9624-74126250321A}"/>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20</a:t>
              </a:r>
            </a:p>
          </p:txBody>
        </p:sp>
        <p:grpSp>
          <p:nvGrpSpPr>
            <p:cNvPr id="27977" name="Group 326">
              <a:extLst>
                <a:ext uri="{FF2B5EF4-FFF2-40B4-BE49-F238E27FC236}">
                  <a16:creationId xmlns:a16="http://schemas.microsoft.com/office/drawing/2014/main" id="{ABBEE04F-900C-45CE-AF50-E940E60AE880}"/>
                </a:ext>
              </a:extLst>
            </p:cNvPr>
            <p:cNvGrpSpPr>
              <a:grpSpLocks/>
            </p:cNvGrpSpPr>
            <p:nvPr/>
          </p:nvGrpSpPr>
          <p:grpSpPr bwMode="auto">
            <a:xfrm>
              <a:off x="4272" y="2400"/>
              <a:ext cx="192" cy="192"/>
              <a:chOff x="4414" y="2400"/>
              <a:chExt cx="192" cy="192"/>
            </a:xfrm>
          </p:grpSpPr>
          <p:sp>
            <p:nvSpPr>
              <p:cNvPr id="183623" name="Line 327">
                <a:extLst>
                  <a:ext uri="{FF2B5EF4-FFF2-40B4-BE49-F238E27FC236}">
                    <a16:creationId xmlns:a16="http://schemas.microsoft.com/office/drawing/2014/main" id="{ACC630D2-686C-4C8E-821B-CCE7FA3D5850}"/>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24" name="Line 328">
                <a:extLst>
                  <a:ext uri="{FF2B5EF4-FFF2-40B4-BE49-F238E27FC236}">
                    <a16:creationId xmlns:a16="http://schemas.microsoft.com/office/drawing/2014/main" id="{EF48FAC8-DD8A-400B-884D-CF8EDD3C6878}"/>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25" name="Line 329">
                <a:extLst>
                  <a:ext uri="{FF2B5EF4-FFF2-40B4-BE49-F238E27FC236}">
                    <a16:creationId xmlns:a16="http://schemas.microsoft.com/office/drawing/2014/main" id="{5183AAB1-F321-49EC-AA84-9CA87225351D}"/>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26" name="Line 330">
                <a:extLst>
                  <a:ext uri="{FF2B5EF4-FFF2-40B4-BE49-F238E27FC236}">
                    <a16:creationId xmlns:a16="http://schemas.microsoft.com/office/drawing/2014/main" id="{38B59FC9-7B00-41AB-B188-6B8B815B44FA}"/>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27" name="Line 331">
                <a:extLst>
                  <a:ext uri="{FF2B5EF4-FFF2-40B4-BE49-F238E27FC236}">
                    <a16:creationId xmlns:a16="http://schemas.microsoft.com/office/drawing/2014/main" id="{18B26EF5-17BF-4282-96E8-F3380DABE240}"/>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28" name="Line 332">
                <a:extLst>
                  <a:ext uri="{FF2B5EF4-FFF2-40B4-BE49-F238E27FC236}">
                    <a16:creationId xmlns:a16="http://schemas.microsoft.com/office/drawing/2014/main" id="{6104671C-F6D5-49AC-8AE7-6055597A9851}"/>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29" name="Line 333">
                <a:extLst>
                  <a:ext uri="{FF2B5EF4-FFF2-40B4-BE49-F238E27FC236}">
                    <a16:creationId xmlns:a16="http://schemas.microsoft.com/office/drawing/2014/main" id="{732E6432-A26D-47A2-8589-6FDC4E83172A}"/>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30" name="Line 334">
                <a:extLst>
                  <a:ext uri="{FF2B5EF4-FFF2-40B4-BE49-F238E27FC236}">
                    <a16:creationId xmlns:a16="http://schemas.microsoft.com/office/drawing/2014/main" id="{7BE91E69-5D6A-4E98-A57D-BA35327C6C82}"/>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8" name="Group 335">
            <a:extLst>
              <a:ext uri="{FF2B5EF4-FFF2-40B4-BE49-F238E27FC236}">
                <a16:creationId xmlns:a16="http://schemas.microsoft.com/office/drawing/2014/main" id="{E04C9B60-F907-4158-9BB3-1A94664B3D00}"/>
              </a:ext>
            </a:extLst>
          </p:cNvPr>
          <p:cNvGrpSpPr>
            <a:grpSpLocks/>
          </p:cNvGrpSpPr>
          <p:nvPr/>
        </p:nvGrpSpPr>
        <p:grpSpPr bwMode="auto">
          <a:xfrm>
            <a:off x="6467475" y="4953000"/>
            <a:ext cx="304800" cy="304800"/>
            <a:chOff x="4272" y="2400"/>
            <a:chExt cx="192" cy="192"/>
          </a:xfrm>
        </p:grpSpPr>
        <p:sp>
          <p:nvSpPr>
            <p:cNvPr id="183632" name="Rectangle 336">
              <a:extLst>
                <a:ext uri="{FF2B5EF4-FFF2-40B4-BE49-F238E27FC236}">
                  <a16:creationId xmlns:a16="http://schemas.microsoft.com/office/drawing/2014/main" id="{19AE186B-F77C-4F4F-AE07-D40C55664AE9}"/>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25</a:t>
              </a:r>
            </a:p>
          </p:txBody>
        </p:sp>
        <p:grpSp>
          <p:nvGrpSpPr>
            <p:cNvPr id="27967" name="Group 337">
              <a:extLst>
                <a:ext uri="{FF2B5EF4-FFF2-40B4-BE49-F238E27FC236}">
                  <a16:creationId xmlns:a16="http://schemas.microsoft.com/office/drawing/2014/main" id="{48CB091F-0198-43CA-B2AB-04E18E2F1FDC}"/>
                </a:ext>
              </a:extLst>
            </p:cNvPr>
            <p:cNvGrpSpPr>
              <a:grpSpLocks/>
            </p:cNvGrpSpPr>
            <p:nvPr/>
          </p:nvGrpSpPr>
          <p:grpSpPr bwMode="auto">
            <a:xfrm>
              <a:off x="4272" y="2400"/>
              <a:ext cx="192" cy="192"/>
              <a:chOff x="4414" y="2400"/>
              <a:chExt cx="192" cy="192"/>
            </a:xfrm>
          </p:grpSpPr>
          <p:sp>
            <p:nvSpPr>
              <p:cNvPr id="183634" name="Line 338">
                <a:extLst>
                  <a:ext uri="{FF2B5EF4-FFF2-40B4-BE49-F238E27FC236}">
                    <a16:creationId xmlns:a16="http://schemas.microsoft.com/office/drawing/2014/main" id="{0BF34FEC-613D-445F-9C60-2AB1ACF1FC2C}"/>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35" name="Line 339">
                <a:extLst>
                  <a:ext uri="{FF2B5EF4-FFF2-40B4-BE49-F238E27FC236}">
                    <a16:creationId xmlns:a16="http://schemas.microsoft.com/office/drawing/2014/main" id="{9383EBCF-BEE4-4770-A388-50A5A205F788}"/>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36" name="Line 340">
                <a:extLst>
                  <a:ext uri="{FF2B5EF4-FFF2-40B4-BE49-F238E27FC236}">
                    <a16:creationId xmlns:a16="http://schemas.microsoft.com/office/drawing/2014/main" id="{A4BFA2A9-F13C-4BF6-9F14-BF194B06540F}"/>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37" name="Line 341">
                <a:extLst>
                  <a:ext uri="{FF2B5EF4-FFF2-40B4-BE49-F238E27FC236}">
                    <a16:creationId xmlns:a16="http://schemas.microsoft.com/office/drawing/2014/main" id="{E4682FE1-F1C0-4C3C-BD55-7831A81357C1}"/>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38" name="Line 342">
                <a:extLst>
                  <a:ext uri="{FF2B5EF4-FFF2-40B4-BE49-F238E27FC236}">
                    <a16:creationId xmlns:a16="http://schemas.microsoft.com/office/drawing/2014/main" id="{2BAB43C1-5534-463B-8FBE-56CA65BB8341}"/>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39" name="Line 343">
                <a:extLst>
                  <a:ext uri="{FF2B5EF4-FFF2-40B4-BE49-F238E27FC236}">
                    <a16:creationId xmlns:a16="http://schemas.microsoft.com/office/drawing/2014/main" id="{F53891CD-0D01-4481-A0B6-98C075947239}"/>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40" name="Line 344">
                <a:extLst>
                  <a:ext uri="{FF2B5EF4-FFF2-40B4-BE49-F238E27FC236}">
                    <a16:creationId xmlns:a16="http://schemas.microsoft.com/office/drawing/2014/main" id="{BF305CDC-2A0A-4C70-9471-AF0C25F0BF94}"/>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41" name="Line 345">
                <a:extLst>
                  <a:ext uri="{FF2B5EF4-FFF2-40B4-BE49-F238E27FC236}">
                    <a16:creationId xmlns:a16="http://schemas.microsoft.com/office/drawing/2014/main" id="{B5DA2DE7-CE25-4AA3-9BB2-7F94A2F7C192}"/>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69" name="Group 346">
            <a:extLst>
              <a:ext uri="{FF2B5EF4-FFF2-40B4-BE49-F238E27FC236}">
                <a16:creationId xmlns:a16="http://schemas.microsoft.com/office/drawing/2014/main" id="{A2E53A08-F6C8-45FA-BF6F-DB63068AE478}"/>
              </a:ext>
            </a:extLst>
          </p:cNvPr>
          <p:cNvGrpSpPr>
            <a:grpSpLocks/>
          </p:cNvGrpSpPr>
          <p:nvPr/>
        </p:nvGrpSpPr>
        <p:grpSpPr bwMode="auto">
          <a:xfrm>
            <a:off x="6772275" y="4953000"/>
            <a:ext cx="304800" cy="304800"/>
            <a:chOff x="4272" y="2400"/>
            <a:chExt cx="192" cy="192"/>
          </a:xfrm>
        </p:grpSpPr>
        <p:sp>
          <p:nvSpPr>
            <p:cNvPr id="183643" name="Rectangle 347">
              <a:extLst>
                <a:ext uri="{FF2B5EF4-FFF2-40B4-BE49-F238E27FC236}">
                  <a16:creationId xmlns:a16="http://schemas.microsoft.com/office/drawing/2014/main" id="{19631D58-8AD6-44FB-A30E-A8BC95925BC1}"/>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26</a:t>
              </a:r>
            </a:p>
          </p:txBody>
        </p:sp>
        <p:grpSp>
          <p:nvGrpSpPr>
            <p:cNvPr id="27957" name="Group 348">
              <a:extLst>
                <a:ext uri="{FF2B5EF4-FFF2-40B4-BE49-F238E27FC236}">
                  <a16:creationId xmlns:a16="http://schemas.microsoft.com/office/drawing/2014/main" id="{5E4DA52B-37CF-4264-9B6D-E165CDF20C50}"/>
                </a:ext>
              </a:extLst>
            </p:cNvPr>
            <p:cNvGrpSpPr>
              <a:grpSpLocks/>
            </p:cNvGrpSpPr>
            <p:nvPr/>
          </p:nvGrpSpPr>
          <p:grpSpPr bwMode="auto">
            <a:xfrm>
              <a:off x="4272" y="2400"/>
              <a:ext cx="192" cy="192"/>
              <a:chOff x="4414" y="2400"/>
              <a:chExt cx="192" cy="192"/>
            </a:xfrm>
          </p:grpSpPr>
          <p:sp>
            <p:nvSpPr>
              <p:cNvPr id="183645" name="Line 349">
                <a:extLst>
                  <a:ext uri="{FF2B5EF4-FFF2-40B4-BE49-F238E27FC236}">
                    <a16:creationId xmlns:a16="http://schemas.microsoft.com/office/drawing/2014/main" id="{DE59BA81-4A54-4050-B4FC-04A85E383CBE}"/>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46" name="Line 350">
                <a:extLst>
                  <a:ext uri="{FF2B5EF4-FFF2-40B4-BE49-F238E27FC236}">
                    <a16:creationId xmlns:a16="http://schemas.microsoft.com/office/drawing/2014/main" id="{CFC73FE9-7C33-45C6-8518-B59FCC1C0B42}"/>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47" name="Line 351">
                <a:extLst>
                  <a:ext uri="{FF2B5EF4-FFF2-40B4-BE49-F238E27FC236}">
                    <a16:creationId xmlns:a16="http://schemas.microsoft.com/office/drawing/2014/main" id="{5F84E9E0-15D6-4C5D-99FD-D74B2A49D763}"/>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48" name="Line 352">
                <a:extLst>
                  <a:ext uri="{FF2B5EF4-FFF2-40B4-BE49-F238E27FC236}">
                    <a16:creationId xmlns:a16="http://schemas.microsoft.com/office/drawing/2014/main" id="{8ED9B99D-9953-4BE3-BC46-6BF4F2F9FF14}"/>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49" name="Line 353">
                <a:extLst>
                  <a:ext uri="{FF2B5EF4-FFF2-40B4-BE49-F238E27FC236}">
                    <a16:creationId xmlns:a16="http://schemas.microsoft.com/office/drawing/2014/main" id="{04375994-705B-4379-B52F-A583FA84D1CE}"/>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50" name="Line 354">
                <a:extLst>
                  <a:ext uri="{FF2B5EF4-FFF2-40B4-BE49-F238E27FC236}">
                    <a16:creationId xmlns:a16="http://schemas.microsoft.com/office/drawing/2014/main" id="{987E71D6-C120-4C2C-BEE8-EEB5287727A1}"/>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51" name="Line 355">
                <a:extLst>
                  <a:ext uri="{FF2B5EF4-FFF2-40B4-BE49-F238E27FC236}">
                    <a16:creationId xmlns:a16="http://schemas.microsoft.com/office/drawing/2014/main" id="{9465C7AF-3FD5-4AAF-97DE-BD0E76BAB9CD}"/>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52" name="Line 356">
                <a:extLst>
                  <a:ext uri="{FF2B5EF4-FFF2-40B4-BE49-F238E27FC236}">
                    <a16:creationId xmlns:a16="http://schemas.microsoft.com/office/drawing/2014/main" id="{DA0EE0FF-94DF-4798-84C2-36A5CAD437D3}"/>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0" name="Group 357">
            <a:extLst>
              <a:ext uri="{FF2B5EF4-FFF2-40B4-BE49-F238E27FC236}">
                <a16:creationId xmlns:a16="http://schemas.microsoft.com/office/drawing/2014/main" id="{8889FB3A-DF31-4CFD-8F8A-350889C6EF0D}"/>
              </a:ext>
            </a:extLst>
          </p:cNvPr>
          <p:cNvGrpSpPr>
            <a:grpSpLocks/>
          </p:cNvGrpSpPr>
          <p:nvPr/>
        </p:nvGrpSpPr>
        <p:grpSpPr bwMode="auto">
          <a:xfrm>
            <a:off x="7077075" y="4953000"/>
            <a:ext cx="304800" cy="304800"/>
            <a:chOff x="4272" y="2400"/>
            <a:chExt cx="192" cy="192"/>
          </a:xfrm>
        </p:grpSpPr>
        <p:sp>
          <p:nvSpPr>
            <p:cNvPr id="183654" name="Rectangle 358">
              <a:extLst>
                <a:ext uri="{FF2B5EF4-FFF2-40B4-BE49-F238E27FC236}">
                  <a16:creationId xmlns:a16="http://schemas.microsoft.com/office/drawing/2014/main" id="{21C68B5C-3CA9-460A-ACA9-D4B04C0CBAEF}"/>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 </a:t>
              </a:r>
            </a:p>
          </p:txBody>
        </p:sp>
        <p:grpSp>
          <p:nvGrpSpPr>
            <p:cNvPr id="27947" name="Group 359">
              <a:extLst>
                <a:ext uri="{FF2B5EF4-FFF2-40B4-BE49-F238E27FC236}">
                  <a16:creationId xmlns:a16="http://schemas.microsoft.com/office/drawing/2014/main" id="{83BE6A69-1727-458C-A109-DAF6014E1244}"/>
                </a:ext>
              </a:extLst>
            </p:cNvPr>
            <p:cNvGrpSpPr>
              <a:grpSpLocks/>
            </p:cNvGrpSpPr>
            <p:nvPr/>
          </p:nvGrpSpPr>
          <p:grpSpPr bwMode="auto">
            <a:xfrm>
              <a:off x="4272" y="2400"/>
              <a:ext cx="192" cy="192"/>
              <a:chOff x="4414" y="2400"/>
              <a:chExt cx="192" cy="192"/>
            </a:xfrm>
          </p:grpSpPr>
          <p:sp>
            <p:nvSpPr>
              <p:cNvPr id="183656" name="Line 360">
                <a:extLst>
                  <a:ext uri="{FF2B5EF4-FFF2-40B4-BE49-F238E27FC236}">
                    <a16:creationId xmlns:a16="http://schemas.microsoft.com/office/drawing/2014/main" id="{E6104EB5-83B0-4A85-B41E-143A20CE8923}"/>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57" name="Line 361">
                <a:extLst>
                  <a:ext uri="{FF2B5EF4-FFF2-40B4-BE49-F238E27FC236}">
                    <a16:creationId xmlns:a16="http://schemas.microsoft.com/office/drawing/2014/main" id="{5943EF0C-B578-44D0-9799-8814A892CB0A}"/>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58" name="Line 362">
                <a:extLst>
                  <a:ext uri="{FF2B5EF4-FFF2-40B4-BE49-F238E27FC236}">
                    <a16:creationId xmlns:a16="http://schemas.microsoft.com/office/drawing/2014/main" id="{E3032258-3D28-444B-B4D0-5DB1D6DB06E5}"/>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59" name="Line 363">
                <a:extLst>
                  <a:ext uri="{FF2B5EF4-FFF2-40B4-BE49-F238E27FC236}">
                    <a16:creationId xmlns:a16="http://schemas.microsoft.com/office/drawing/2014/main" id="{7480A386-85C4-4BE4-B8E3-6778E27E23DB}"/>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60" name="Line 364">
                <a:extLst>
                  <a:ext uri="{FF2B5EF4-FFF2-40B4-BE49-F238E27FC236}">
                    <a16:creationId xmlns:a16="http://schemas.microsoft.com/office/drawing/2014/main" id="{D2821033-B4BA-4341-BBA5-E037844B81FF}"/>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61" name="Line 365">
                <a:extLst>
                  <a:ext uri="{FF2B5EF4-FFF2-40B4-BE49-F238E27FC236}">
                    <a16:creationId xmlns:a16="http://schemas.microsoft.com/office/drawing/2014/main" id="{9287CD3C-551C-4F8D-921A-CE4A36648817}"/>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62" name="Line 366">
                <a:extLst>
                  <a:ext uri="{FF2B5EF4-FFF2-40B4-BE49-F238E27FC236}">
                    <a16:creationId xmlns:a16="http://schemas.microsoft.com/office/drawing/2014/main" id="{09907A19-72D1-44A9-96E1-09AB092F2EC1}"/>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63" name="Line 367">
                <a:extLst>
                  <a:ext uri="{FF2B5EF4-FFF2-40B4-BE49-F238E27FC236}">
                    <a16:creationId xmlns:a16="http://schemas.microsoft.com/office/drawing/2014/main" id="{5178E013-C9FB-4EDE-9507-79FB00568CEC}"/>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1" name="Group 368">
            <a:extLst>
              <a:ext uri="{FF2B5EF4-FFF2-40B4-BE49-F238E27FC236}">
                <a16:creationId xmlns:a16="http://schemas.microsoft.com/office/drawing/2014/main" id="{EB3FD0A8-2D74-4AA1-995C-BC330C2412E0}"/>
              </a:ext>
            </a:extLst>
          </p:cNvPr>
          <p:cNvGrpSpPr>
            <a:grpSpLocks/>
          </p:cNvGrpSpPr>
          <p:nvPr/>
        </p:nvGrpSpPr>
        <p:grpSpPr bwMode="auto">
          <a:xfrm>
            <a:off x="7207250" y="5410200"/>
            <a:ext cx="304800" cy="304800"/>
            <a:chOff x="4272" y="2400"/>
            <a:chExt cx="192" cy="192"/>
          </a:xfrm>
        </p:grpSpPr>
        <p:sp>
          <p:nvSpPr>
            <p:cNvPr id="183665" name="Rectangle 369">
              <a:extLst>
                <a:ext uri="{FF2B5EF4-FFF2-40B4-BE49-F238E27FC236}">
                  <a16:creationId xmlns:a16="http://schemas.microsoft.com/office/drawing/2014/main" id="{4DD855F8-7250-433B-974C-C02BE8DC23BD}"/>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30</a:t>
              </a:r>
            </a:p>
          </p:txBody>
        </p:sp>
        <p:grpSp>
          <p:nvGrpSpPr>
            <p:cNvPr id="27937" name="Group 370">
              <a:extLst>
                <a:ext uri="{FF2B5EF4-FFF2-40B4-BE49-F238E27FC236}">
                  <a16:creationId xmlns:a16="http://schemas.microsoft.com/office/drawing/2014/main" id="{6B58CA32-56D3-4C2F-A436-35A10356F320}"/>
                </a:ext>
              </a:extLst>
            </p:cNvPr>
            <p:cNvGrpSpPr>
              <a:grpSpLocks/>
            </p:cNvGrpSpPr>
            <p:nvPr/>
          </p:nvGrpSpPr>
          <p:grpSpPr bwMode="auto">
            <a:xfrm>
              <a:off x="4272" y="2400"/>
              <a:ext cx="192" cy="192"/>
              <a:chOff x="4414" y="2400"/>
              <a:chExt cx="192" cy="192"/>
            </a:xfrm>
          </p:grpSpPr>
          <p:sp>
            <p:nvSpPr>
              <p:cNvPr id="183667" name="Line 371">
                <a:extLst>
                  <a:ext uri="{FF2B5EF4-FFF2-40B4-BE49-F238E27FC236}">
                    <a16:creationId xmlns:a16="http://schemas.microsoft.com/office/drawing/2014/main" id="{3DFE3774-F57A-4396-8986-469E1AB24DBF}"/>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68" name="Line 372">
                <a:extLst>
                  <a:ext uri="{FF2B5EF4-FFF2-40B4-BE49-F238E27FC236}">
                    <a16:creationId xmlns:a16="http://schemas.microsoft.com/office/drawing/2014/main" id="{036E66D4-5891-4F75-B6F0-1E8B960225C5}"/>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69" name="Line 373">
                <a:extLst>
                  <a:ext uri="{FF2B5EF4-FFF2-40B4-BE49-F238E27FC236}">
                    <a16:creationId xmlns:a16="http://schemas.microsoft.com/office/drawing/2014/main" id="{8F0440EF-ED5A-4FA4-88B7-596FE117AEDB}"/>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70" name="Line 374">
                <a:extLst>
                  <a:ext uri="{FF2B5EF4-FFF2-40B4-BE49-F238E27FC236}">
                    <a16:creationId xmlns:a16="http://schemas.microsoft.com/office/drawing/2014/main" id="{1BC608A9-ED63-42FE-87DE-E10245BD6CA3}"/>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71" name="Line 375">
                <a:extLst>
                  <a:ext uri="{FF2B5EF4-FFF2-40B4-BE49-F238E27FC236}">
                    <a16:creationId xmlns:a16="http://schemas.microsoft.com/office/drawing/2014/main" id="{E7FE75FE-BA3B-4150-91C2-FE59FE8BBA3F}"/>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72" name="Line 376">
                <a:extLst>
                  <a:ext uri="{FF2B5EF4-FFF2-40B4-BE49-F238E27FC236}">
                    <a16:creationId xmlns:a16="http://schemas.microsoft.com/office/drawing/2014/main" id="{EE0EF37B-B2C4-4A3D-94C5-C69BD87146EB}"/>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73" name="Line 377">
                <a:extLst>
                  <a:ext uri="{FF2B5EF4-FFF2-40B4-BE49-F238E27FC236}">
                    <a16:creationId xmlns:a16="http://schemas.microsoft.com/office/drawing/2014/main" id="{C5CDD22A-0D7F-4CB0-8A9F-ABC6956CE298}"/>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74" name="Line 378">
                <a:extLst>
                  <a:ext uri="{FF2B5EF4-FFF2-40B4-BE49-F238E27FC236}">
                    <a16:creationId xmlns:a16="http://schemas.microsoft.com/office/drawing/2014/main" id="{D6DFF32E-2F6E-4218-8521-59DB8327E363}"/>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2" name="Group 379">
            <a:extLst>
              <a:ext uri="{FF2B5EF4-FFF2-40B4-BE49-F238E27FC236}">
                <a16:creationId xmlns:a16="http://schemas.microsoft.com/office/drawing/2014/main" id="{3269F911-9B96-43CA-A489-AD132A7CF55E}"/>
              </a:ext>
            </a:extLst>
          </p:cNvPr>
          <p:cNvGrpSpPr>
            <a:grpSpLocks/>
          </p:cNvGrpSpPr>
          <p:nvPr/>
        </p:nvGrpSpPr>
        <p:grpSpPr bwMode="auto">
          <a:xfrm>
            <a:off x="7512050" y="5410200"/>
            <a:ext cx="304800" cy="304800"/>
            <a:chOff x="4272" y="2400"/>
            <a:chExt cx="192" cy="192"/>
          </a:xfrm>
        </p:grpSpPr>
        <p:sp>
          <p:nvSpPr>
            <p:cNvPr id="183676" name="Rectangle 380">
              <a:extLst>
                <a:ext uri="{FF2B5EF4-FFF2-40B4-BE49-F238E27FC236}">
                  <a16:creationId xmlns:a16="http://schemas.microsoft.com/office/drawing/2014/main" id="{0745E378-741D-4AC1-84DC-8C46707A465F}"/>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32</a:t>
              </a:r>
            </a:p>
          </p:txBody>
        </p:sp>
        <p:grpSp>
          <p:nvGrpSpPr>
            <p:cNvPr id="27927" name="Group 381">
              <a:extLst>
                <a:ext uri="{FF2B5EF4-FFF2-40B4-BE49-F238E27FC236}">
                  <a16:creationId xmlns:a16="http://schemas.microsoft.com/office/drawing/2014/main" id="{4CB16007-A385-4FEB-BE8D-DBCF9A8F0BD9}"/>
                </a:ext>
              </a:extLst>
            </p:cNvPr>
            <p:cNvGrpSpPr>
              <a:grpSpLocks/>
            </p:cNvGrpSpPr>
            <p:nvPr/>
          </p:nvGrpSpPr>
          <p:grpSpPr bwMode="auto">
            <a:xfrm>
              <a:off x="4272" y="2400"/>
              <a:ext cx="192" cy="192"/>
              <a:chOff x="4414" y="2400"/>
              <a:chExt cx="192" cy="192"/>
            </a:xfrm>
          </p:grpSpPr>
          <p:sp>
            <p:nvSpPr>
              <p:cNvPr id="183678" name="Line 382">
                <a:extLst>
                  <a:ext uri="{FF2B5EF4-FFF2-40B4-BE49-F238E27FC236}">
                    <a16:creationId xmlns:a16="http://schemas.microsoft.com/office/drawing/2014/main" id="{54988AE1-4428-49F8-B6CC-06F05D500697}"/>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79" name="Line 383">
                <a:extLst>
                  <a:ext uri="{FF2B5EF4-FFF2-40B4-BE49-F238E27FC236}">
                    <a16:creationId xmlns:a16="http://schemas.microsoft.com/office/drawing/2014/main" id="{07A1D8BC-D06F-4CCC-8933-D4ACF5198E92}"/>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80" name="Line 384">
                <a:extLst>
                  <a:ext uri="{FF2B5EF4-FFF2-40B4-BE49-F238E27FC236}">
                    <a16:creationId xmlns:a16="http://schemas.microsoft.com/office/drawing/2014/main" id="{F3D030BD-A188-4082-B6AB-AE325C0A6E59}"/>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81" name="Line 385">
                <a:extLst>
                  <a:ext uri="{FF2B5EF4-FFF2-40B4-BE49-F238E27FC236}">
                    <a16:creationId xmlns:a16="http://schemas.microsoft.com/office/drawing/2014/main" id="{2D5323D0-B617-4CA1-B81B-5D3D058C1753}"/>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82" name="Line 386">
                <a:extLst>
                  <a:ext uri="{FF2B5EF4-FFF2-40B4-BE49-F238E27FC236}">
                    <a16:creationId xmlns:a16="http://schemas.microsoft.com/office/drawing/2014/main" id="{B3A01FBA-49C5-4479-A526-80094C045A66}"/>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83" name="Line 387">
                <a:extLst>
                  <a:ext uri="{FF2B5EF4-FFF2-40B4-BE49-F238E27FC236}">
                    <a16:creationId xmlns:a16="http://schemas.microsoft.com/office/drawing/2014/main" id="{3A740D8A-4820-427D-8949-ED8566A38C5C}"/>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84" name="Line 388">
                <a:extLst>
                  <a:ext uri="{FF2B5EF4-FFF2-40B4-BE49-F238E27FC236}">
                    <a16:creationId xmlns:a16="http://schemas.microsoft.com/office/drawing/2014/main" id="{DE97CFCE-EDB6-4790-8386-435775D34DDD}"/>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85" name="Line 389">
                <a:extLst>
                  <a:ext uri="{FF2B5EF4-FFF2-40B4-BE49-F238E27FC236}">
                    <a16:creationId xmlns:a16="http://schemas.microsoft.com/office/drawing/2014/main" id="{B6662C04-621B-4F06-8701-5B87BCBD9ECA}"/>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3" name="Group 390">
            <a:extLst>
              <a:ext uri="{FF2B5EF4-FFF2-40B4-BE49-F238E27FC236}">
                <a16:creationId xmlns:a16="http://schemas.microsoft.com/office/drawing/2014/main" id="{ECCC96A6-7F25-46EB-8F9D-02BBD9EB0616}"/>
              </a:ext>
            </a:extLst>
          </p:cNvPr>
          <p:cNvGrpSpPr>
            <a:grpSpLocks/>
          </p:cNvGrpSpPr>
          <p:nvPr/>
        </p:nvGrpSpPr>
        <p:grpSpPr bwMode="auto">
          <a:xfrm>
            <a:off x="7816850" y="5410200"/>
            <a:ext cx="304800" cy="304800"/>
            <a:chOff x="4272" y="2400"/>
            <a:chExt cx="192" cy="192"/>
          </a:xfrm>
        </p:grpSpPr>
        <p:sp>
          <p:nvSpPr>
            <p:cNvPr id="183687" name="Rectangle 391">
              <a:extLst>
                <a:ext uri="{FF2B5EF4-FFF2-40B4-BE49-F238E27FC236}">
                  <a16:creationId xmlns:a16="http://schemas.microsoft.com/office/drawing/2014/main" id="{22AD8F78-BF95-4D54-9515-641AD8DB45E4}"/>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33</a:t>
              </a:r>
            </a:p>
          </p:txBody>
        </p:sp>
        <p:grpSp>
          <p:nvGrpSpPr>
            <p:cNvPr id="27917" name="Group 392">
              <a:extLst>
                <a:ext uri="{FF2B5EF4-FFF2-40B4-BE49-F238E27FC236}">
                  <a16:creationId xmlns:a16="http://schemas.microsoft.com/office/drawing/2014/main" id="{B15666FC-FE02-47F0-AB7A-90AB675DC9D9}"/>
                </a:ext>
              </a:extLst>
            </p:cNvPr>
            <p:cNvGrpSpPr>
              <a:grpSpLocks/>
            </p:cNvGrpSpPr>
            <p:nvPr/>
          </p:nvGrpSpPr>
          <p:grpSpPr bwMode="auto">
            <a:xfrm>
              <a:off x="4272" y="2400"/>
              <a:ext cx="192" cy="192"/>
              <a:chOff x="4414" y="2400"/>
              <a:chExt cx="192" cy="192"/>
            </a:xfrm>
          </p:grpSpPr>
          <p:sp>
            <p:nvSpPr>
              <p:cNvPr id="183689" name="Line 393">
                <a:extLst>
                  <a:ext uri="{FF2B5EF4-FFF2-40B4-BE49-F238E27FC236}">
                    <a16:creationId xmlns:a16="http://schemas.microsoft.com/office/drawing/2014/main" id="{33858372-4446-4A17-8E3A-C8A86E8EE3E4}"/>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90" name="Line 394">
                <a:extLst>
                  <a:ext uri="{FF2B5EF4-FFF2-40B4-BE49-F238E27FC236}">
                    <a16:creationId xmlns:a16="http://schemas.microsoft.com/office/drawing/2014/main" id="{F0FC840F-172D-4CC2-BF95-D0334C7848DC}"/>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91" name="Line 395">
                <a:extLst>
                  <a:ext uri="{FF2B5EF4-FFF2-40B4-BE49-F238E27FC236}">
                    <a16:creationId xmlns:a16="http://schemas.microsoft.com/office/drawing/2014/main" id="{C1C2FA64-D2FF-45ED-A689-988E33AB3A48}"/>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92" name="Line 396">
                <a:extLst>
                  <a:ext uri="{FF2B5EF4-FFF2-40B4-BE49-F238E27FC236}">
                    <a16:creationId xmlns:a16="http://schemas.microsoft.com/office/drawing/2014/main" id="{0C49CD9F-DBFF-4283-8D4C-07EB2EABE6E3}"/>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93" name="Line 397">
                <a:extLst>
                  <a:ext uri="{FF2B5EF4-FFF2-40B4-BE49-F238E27FC236}">
                    <a16:creationId xmlns:a16="http://schemas.microsoft.com/office/drawing/2014/main" id="{B9E76CD2-7BAA-439A-9D08-E60A37810AD9}"/>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94" name="Line 398">
                <a:extLst>
                  <a:ext uri="{FF2B5EF4-FFF2-40B4-BE49-F238E27FC236}">
                    <a16:creationId xmlns:a16="http://schemas.microsoft.com/office/drawing/2014/main" id="{03146CF2-F17B-4BCD-984A-7D987FFCF496}"/>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95" name="Line 399">
                <a:extLst>
                  <a:ext uri="{FF2B5EF4-FFF2-40B4-BE49-F238E27FC236}">
                    <a16:creationId xmlns:a16="http://schemas.microsoft.com/office/drawing/2014/main" id="{3B8BE96D-3EB3-47BC-8820-5791D298B711}"/>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696" name="Line 400">
                <a:extLst>
                  <a:ext uri="{FF2B5EF4-FFF2-40B4-BE49-F238E27FC236}">
                    <a16:creationId xmlns:a16="http://schemas.microsoft.com/office/drawing/2014/main" id="{51CA1B12-58B4-4606-A003-2F4D728A0988}"/>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4" name="Group 401">
            <a:extLst>
              <a:ext uri="{FF2B5EF4-FFF2-40B4-BE49-F238E27FC236}">
                <a16:creationId xmlns:a16="http://schemas.microsoft.com/office/drawing/2014/main" id="{977A4B41-85C6-4F0C-A77D-7D97FAAE8FE6}"/>
              </a:ext>
            </a:extLst>
          </p:cNvPr>
          <p:cNvGrpSpPr>
            <a:grpSpLocks/>
          </p:cNvGrpSpPr>
          <p:nvPr/>
        </p:nvGrpSpPr>
        <p:grpSpPr bwMode="auto">
          <a:xfrm>
            <a:off x="8121650" y="5410200"/>
            <a:ext cx="304800" cy="304800"/>
            <a:chOff x="4272" y="2400"/>
            <a:chExt cx="192" cy="192"/>
          </a:xfrm>
        </p:grpSpPr>
        <p:sp>
          <p:nvSpPr>
            <p:cNvPr id="183698" name="Rectangle 402">
              <a:extLst>
                <a:ext uri="{FF2B5EF4-FFF2-40B4-BE49-F238E27FC236}">
                  <a16:creationId xmlns:a16="http://schemas.microsoft.com/office/drawing/2014/main" id="{0ACA85A2-59C9-4B37-93AA-A926AF9A0CED}"/>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36</a:t>
              </a:r>
            </a:p>
          </p:txBody>
        </p:sp>
        <p:grpSp>
          <p:nvGrpSpPr>
            <p:cNvPr id="27907" name="Group 403">
              <a:extLst>
                <a:ext uri="{FF2B5EF4-FFF2-40B4-BE49-F238E27FC236}">
                  <a16:creationId xmlns:a16="http://schemas.microsoft.com/office/drawing/2014/main" id="{D611DB14-77B2-402B-A69E-8146346A86FF}"/>
                </a:ext>
              </a:extLst>
            </p:cNvPr>
            <p:cNvGrpSpPr>
              <a:grpSpLocks/>
            </p:cNvGrpSpPr>
            <p:nvPr/>
          </p:nvGrpSpPr>
          <p:grpSpPr bwMode="auto">
            <a:xfrm>
              <a:off x="4272" y="2400"/>
              <a:ext cx="192" cy="192"/>
              <a:chOff x="4414" y="2400"/>
              <a:chExt cx="192" cy="192"/>
            </a:xfrm>
          </p:grpSpPr>
          <p:sp>
            <p:nvSpPr>
              <p:cNvPr id="183700" name="Line 404">
                <a:extLst>
                  <a:ext uri="{FF2B5EF4-FFF2-40B4-BE49-F238E27FC236}">
                    <a16:creationId xmlns:a16="http://schemas.microsoft.com/office/drawing/2014/main" id="{7B78AAD7-535A-4D90-A3C7-BB9DF0114E40}"/>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01" name="Line 405">
                <a:extLst>
                  <a:ext uri="{FF2B5EF4-FFF2-40B4-BE49-F238E27FC236}">
                    <a16:creationId xmlns:a16="http://schemas.microsoft.com/office/drawing/2014/main" id="{B2F96ED3-0481-40CE-B1D0-3E99607A5FB6}"/>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02" name="Line 406">
                <a:extLst>
                  <a:ext uri="{FF2B5EF4-FFF2-40B4-BE49-F238E27FC236}">
                    <a16:creationId xmlns:a16="http://schemas.microsoft.com/office/drawing/2014/main" id="{FAA36086-3ABF-4298-A0AF-D500AA7C834F}"/>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03" name="Line 407">
                <a:extLst>
                  <a:ext uri="{FF2B5EF4-FFF2-40B4-BE49-F238E27FC236}">
                    <a16:creationId xmlns:a16="http://schemas.microsoft.com/office/drawing/2014/main" id="{ED36E6A6-6ACE-4C50-827E-DF9A62AD3C75}"/>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04" name="Line 408">
                <a:extLst>
                  <a:ext uri="{FF2B5EF4-FFF2-40B4-BE49-F238E27FC236}">
                    <a16:creationId xmlns:a16="http://schemas.microsoft.com/office/drawing/2014/main" id="{C0905F6A-79E7-4103-85D1-40E5BADAC878}"/>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05" name="Line 409">
                <a:extLst>
                  <a:ext uri="{FF2B5EF4-FFF2-40B4-BE49-F238E27FC236}">
                    <a16:creationId xmlns:a16="http://schemas.microsoft.com/office/drawing/2014/main" id="{41CA0A94-8383-4348-84ED-C301C16B8132}"/>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06" name="Line 410">
                <a:extLst>
                  <a:ext uri="{FF2B5EF4-FFF2-40B4-BE49-F238E27FC236}">
                    <a16:creationId xmlns:a16="http://schemas.microsoft.com/office/drawing/2014/main" id="{137070AC-BCBA-436A-B925-925FBC9D02F0}"/>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07" name="Line 411">
                <a:extLst>
                  <a:ext uri="{FF2B5EF4-FFF2-40B4-BE49-F238E27FC236}">
                    <a16:creationId xmlns:a16="http://schemas.microsoft.com/office/drawing/2014/main" id="{99BF9F6E-E31D-473A-9894-95B86078E672}"/>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5" name="Group 412">
            <a:extLst>
              <a:ext uri="{FF2B5EF4-FFF2-40B4-BE49-F238E27FC236}">
                <a16:creationId xmlns:a16="http://schemas.microsoft.com/office/drawing/2014/main" id="{82D25952-F4E8-4130-BE92-8892FF3CBCAD}"/>
              </a:ext>
            </a:extLst>
          </p:cNvPr>
          <p:cNvGrpSpPr>
            <a:grpSpLocks/>
          </p:cNvGrpSpPr>
          <p:nvPr/>
        </p:nvGrpSpPr>
        <p:grpSpPr bwMode="auto">
          <a:xfrm>
            <a:off x="8251825" y="4953000"/>
            <a:ext cx="304800" cy="304800"/>
            <a:chOff x="4272" y="2400"/>
            <a:chExt cx="192" cy="192"/>
          </a:xfrm>
        </p:grpSpPr>
        <p:sp>
          <p:nvSpPr>
            <p:cNvPr id="183709" name="Rectangle 413">
              <a:extLst>
                <a:ext uri="{FF2B5EF4-FFF2-40B4-BE49-F238E27FC236}">
                  <a16:creationId xmlns:a16="http://schemas.microsoft.com/office/drawing/2014/main" id="{6753D74D-A234-40BE-AA2B-71709B0571D2}"/>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40</a:t>
              </a:r>
            </a:p>
          </p:txBody>
        </p:sp>
        <p:grpSp>
          <p:nvGrpSpPr>
            <p:cNvPr id="27897" name="Group 414">
              <a:extLst>
                <a:ext uri="{FF2B5EF4-FFF2-40B4-BE49-F238E27FC236}">
                  <a16:creationId xmlns:a16="http://schemas.microsoft.com/office/drawing/2014/main" id="{D71D02DF-46C2-4D90-B1D4-552E65934B5C}"/>
                </a:ext>
              </a:extLst>
            </p:cNvPr>
            <p:cNvGrpSpPr>
              <a:grpSpLocks/>
            </p:cNvGrpSpPr>
            <p:nvPr/>
          </p:nvGrpSpPr>
          <p:grpSpPr bwMode="auto">
            <a:xfrm>
              <a:off x="4272" y="2400"/>
              <a:ext cx="192" cy="192"/>
              <a:chOff x="4414" y="2400"/>
              <a:chExt cx="192" cy="192"/>
            </a:xfrm>
          </p:grpSpPr>
          <p:sp>
            <p:nvSpPr>
              <p:cNvPr id="183711" name="Line 415">
                <a:extLst>
                  <a:ext uri="{FF2B5EF4-FFF2-40B4-BE49-F238E27FC236}">
                    <a16:creationId xmlns:a16="http://schemas.microsoft.com/office/drawing/2014/main" id="{CA8DCF14-303C-49F7-81DA-021808A1E2E1}"/>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12" name="Line 416">
                <a:extLst>
                  <a:ext uri="{FF2B5EF4-FFF2-40B4-BE49-F238E27FC236}">
                    <a16:creationId xmlns:a16="http://schemas.microsoft.com/office/drawing/2014/main" id="{EE5753B9-25F6-4F9D-B7EE-9571291A36A2}"/>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13" name="Line 417">
                <a:extLst>
                  <a:ext uri="{FF2B5EF4-FFF2-40B4-BE49-F238E27FC236}">
                    <a16:creationId xmlns:a16="http://schemas.microsoft.com/office/drawing/2014/main" id="{8E244284-120A-4121-AD8A-0392C98C13E8}"/>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14" name="Line 418">
                <a:extLst>
                  <a:ext uri="{FF2B5EF4-FFF2-40B4-BE49-F238E27FC236}">
                    <a16:creationId xmlns:a16="http://schemas.microsoft.com/office/drawing/2014/main" id="{57483EEF-9ADC-429A-89A8-155F93734CC7}"/>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15" name="Line 419">
                <a:extLst>
                  <a:ext uri="{FF2B5EF4-FFF2-40B4-BE49-F238E27FC236}">
                    <a16:creationId xmlns:a16="http://schemas.microsoft.com/office/drawing/2014/main" id="{1948B82E-48B5-4DAD-BC51-8EB813C4A727}"/>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16" name="Line 420">
                <a:extLst>
                  <a:ext uri="{FF2B5EF4-FFF2-40B4-BE49-F238E27FC236}">
                    <a16:creationId xmlns:a16="http://schemas.microsoft.com/office/drawing/2014/main" id="{76F8CB0B-DFFD-4D70-AF6A-D50FD13D0D96}"/>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17" name="Line 421">
                <a:extLst>
                  <a:ext uri="{FF2B5EF4-FFF2-40B4-BE49-F238E27FC236}">
                    <a16:creationId xmlns:a16="http://schemas.microsoft.com/office/drawing/2014/main" id="{430892EC-7CDC-4723-B88B-551B97006AFF}"/>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18" name="Line 422">
                <a:extLst>
                  <a:ext uri="{FF2B5EF4-FFF2-40B4-BE49-F238E27FC236}">
                    <a16:creationId xmlns:a16="http://schemas.microsoft.com/office/drawing/2014/main" id="{A0812047-2948-43E1-A8AE-0DB728F26A35}"/>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6" name="Group 423">
            <a:extLst>
              <a:ext uri="{FF2B5EF4-FFF2-40B4-BE49-F238E27FC236}">
                <a16:creationId xmlns:a16="http://schemas.microsoft.com/office/drawing/2014/main" id="{4E41DE64-FC0E-4097-AD2E-28C3D69D0EBB}"/>
              </a:ext>
            </a:extLst>
          </p:cNvPr>
          <p:cNvGrpSpPr>
            <a:grpSpLocks/>
          </p:cNvGrpSpPr>
          <p:nvPr/>
        </p:nvGrpSpPr>
        <p:grpSpPr bwMode="auto">
          <a:xfrm>
            <a:off x="8556625" y="4953000"/>
            <a:ext cx="304800" cy="304800"/>
            <a:chOff x="4272" y="2400"/>
            <a:chExt cx="192" cy="192"/>
          </a:xfrm>
        </p:grpSpPr>
        <p:sp>
          <p:nvSpPr>
            <p:cNvPr id="183720" name="Rectangle 424">
              <a:extLst>
                <a:ext uri="{FF2B5EF4-FFF2-40B4-BE49-F238E27FC236}">
                  <a16:creationId xmlns:a16="http://schemas.microsoft.com/office/drawing/2014/main" id="{CFB8A8E9-8CBA-49A5-9DE7-B53CC4A41954}"/>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42</a:t>
              </a:r>
            </a:p>
          </p:txBody>
        </p:sp>
        <p:grpSp>
          <p:nvGrpSpPr>
            <p:cNvPr id="27887" name="Group 425">
              <a:extLst>
                <a:ext uri="{FF2B5EF4-FFF2-40B4-BE49-F238E27FC236}">
                  <a16:creationId xmlns:a16="http://schemas.microsoft.com/office/drawing/2014/main" id="{8BDF1EBB-F0A6-43C2-B308-E7E446466C6B}"/>
                </a:ext>
              </a:extLst>
            </p:cNvPr>
            <p:cNvGrpSpPr>
              <a:grpSpLocks/>
            </p:cNvGrpSpPr>
            <p:nvPr/>
          </p:nvGrpSpPr>
          <p:grpSpPr bwMode="auto">
            <a:xfrm>
              <a:off x="4272" y="2400"/>
              <a:ext cx="192" cy="192"/>
              <a:chOff x="4414" y="2400"/>
              <a:chExt cx="192" cy="192"/>
            </a:xfrm>
          </p:grpSpPr>
          <p:sp>
            <p:nvSpPr>
              <p:cNvPr id="183722" name="Line 426">
                <a:extLst>
                  <a:ext uri="{FF2B5EF4-FFF2-40B4-BE49-F238E27FC236}">
                    <a16:creationId xmlns:a16="http://schemas.microsoft.com/office/drawing/2014/main" id="{59DB852F-2D62-4DDE-AA20-4608F6DF803B}"/>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23" name="Line 427">
                <a:extLst>
                  <a:ext uri="{FF2B5EF4-FFF2-40B4-BE49-F238E27FC236}">
                    <a16:creationId xmlns:a16="http://schemas.microsoft.com/office/drawing/2014/main" id="{BEA53C61-F499-43C1-A65E-9B89DB6D3C60}"/>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24" name="Line 428">
                <a:extLst>
                  <a:ext uri="{FF2B5EF4-FFF2-40B4-BE49-F238E27FC236}">
                    <a16:creationId xmlns:a16="http://schemas.microsoft.com/office/drawing/2014/main" id="{A71A64D5-0980-45A2-8574-87521E2F194C}"/>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25" name="Line 429">
                <a:extLst>
                  <a:ext uri="{FF2B5EF4-FFF2-40B4-BE49-F238E27FC236}">
                    <a16:creationId xmlns:a16="http://schemas.microsoft.com/office/drawing/2014/main" id="{570298A3-66CF-4A1B-87CE-7595EC755A60}"/>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26" name="Line 430">
                <a:extLst>
                  <a:ext uri="{FF2B5EF4-FFF2-40B4-BE49-F238E27FC236}">
                    <a16:creationId xmlns:a16="http://schemas.microsoft.com/office/drawing/2014/main" id="{94D14651-6A9C-46F1-91A0-30DCC265F257}"/>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27" name="Line 431">
                <a:extLst>
                  <a:ext uri="{FF2B5EF4-FFF2-40B4-BE49-F238E27FC236}">
                    <a16:creationId xmlns:a16="http://schemas.microsoft.com/office/drawing/2014/main" id="{7F979883-1013-4389-A3A5-D766DB3D1183}"/>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28" name="Line 432">
                <a:extLst>
                  <a:ext uri="{FF2B5EF4-FFF2-40B4-BE49-F238E27FC236}">
                    <a16:creationId xmlns:a16="http://schemas.microsoft.com/office/drawing/2014/main" id="{A0E96472-8A89-43A5-9966-921504696E68}"/>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29" name="Line 433">
                <a:extLst>
                  <a:ext uri="{FF2B5EF4-FFF2-40B4-BE49-F238E27FC236}">
                    <a16:creationId xmlns:a16="http://schemas.microsoft.com/office/drawing/2014/main" id="{C9BE4D4F-486A-4F71-B3F5-5ED0D205F235}"/>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7" name="Group 434">
            <a:extLst>
              <a:ext uri="{FF2B5EF4-FFF2-40B4-BE49-F238E27FC236}">
                <a16:creationId xmlns:a16="http://schemas.microsoft.com/office/drawing/2014/main" id="{3133F96A-B78F-448D-AFC5-CDFFAB0F20B4}"/>
              </a:ext>
            </a:extLst>
          </p:cNvPr>
          <p:cNvGrpSpPr>
            <a:grpSpLocks/>
          </p:cNvGrpSpPr>
          <p:nvPr/>
        </p:nvGrpSpPr>
        <p:grpSpPr bwMode="auto">
          <a:xfrm>
            <a:off x="8861425" y="4953000"/>
            <a:ext cx="304800" cy="304800"/>
            <a:chOff x="4272" y="2400"/>
            <a:chExt cx="192" cy="192"/>
          </a:xfrm>
        </p:grpSpPr>
        <p:sp>
          <p:nvSpPr>
            <p:cNvPr id="183731" name="Rectangle 435">
              <a:extLst>
                <a:ext uri="{FF2B5EF4-FFF2-40B4-BE49-F238E27FC236}">
                  <a16:creationId xmlns:a16="http://schemas.microsoft.com/office/drawing/2014/main" id="{52951D2A-B18A-407C-925D-3EDA85AED1F3}"/>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 </a:t>
              </a:r>
            </a:p>
          </p:txBody>
        </p:sp>
        <p:grpSp>
          <p:nvGrpSpPr>
            <p:cNvPr id="27877" name="Group 436">
              <a:extLst>
                <a:ext uri="{FF2B5EF4-FFF2-40B4-BE49-F238E27FC236}">
                  <a16:creationId xmlns:a16="http://schemas.microsoft.com/office/drawing/2014/main" id="{C45CBAB1-56FA-4589-8E11-141022B041A3}"/>
                </a:ext>
              </a:extLst>
            </p:cNvPr>
            <p:cNvGrpSpPr>
              <a:grpSpLocks/>
            </p:cNvGrpSpPr>
            <p:nvPr/>
          </p:nvGrpSpPr>
          <p:grpSpPr bwMode="auto">
            <a:xfrm>
              <a:off x="4272" y="2400"/>
              <a:ext cx="192" cy="192"/>
              <a:chOff x="4414" y="2400"/>
              <a:chExt cx="192" cy="192"/>
            </a:xfrm>
          </p:grpSpPr>
          <p:sp>
            <p:nvSpPr>
              <p:cNvPr id="183733" name="Line 437">
                <a:extLst>
                  <a:ext uri="{FF2B5EF4-FFF2-40B4-BE49-F238E27FC236}">
                    <a16:creationId xmlns:a16="http://schemas.microsoft.com/office/drawing/2014/main" id="{7C46D288-A24C-4A49-8FD7-0EAEEFABADEE}"/>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34" name="Line 438">
                <a:extLst>
                  <a:ext uri="{FF2B5EF4-FFF2-40B4-BE49-F238E27FC236}">
                    <a16:creationId xmlns:a16="http://schemas.microsoft.com/office/drawing/2014/main" id="{6142C0A9-2DE4-452A-9704-9847610E7577}"/>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35" name="Line 439">
                <a:extLst>
                  <a:ext uri="{FF2B5EF4-FFF2-40B4-BE49-F238E27FC236}">
                    <a16:creationId xmlns:a16="http://schemas.microsoft.com/office/drawing/2014/main" id="{3EDA92EA-A8F6-48E0-98AF-65CDC7C2CA45}"/>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36" name="Line 440">
                <a:extLst>
                  <a:ext uri="{FF2B5EF4-FFF2-40B4-BE49-F238E27FC236}">
                    <a16:creationId xmlns:a16="http://schemas.microsoft.com/office/drawing/2014/main" id="{4DA53D65-0CD0-4CD6-85B2-E1E3DA7DED41}"/>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37" name="Line 441">
                <a:extLst>
                  <a:ext uri="{FF2B5EF4-FFF2-40B4-BE49-F238E27FC236}">
                    <a16:creationId xmlns:a16="http://schemas.microsoft.com/office/drawing/2014/main" id="{96B6D949-1634-4D69-BA80-B959FB35BC1E}"/>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38" name="Line 442">
                <a:extLst>
                  <a:ext uri="{FF2B5EF4-FFF2-40B4-BE49-F238E27FC236}">
                    <a16:creationId xmlns:a16="http://schemas.microsoft.com/office/drawing/2014/main" id="{1484CCE2-3BD2-4D98-938F-E00FC4579AEB}"/>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39" name="Line 443">
                <a:extLst>
                  <a:ext uri="{FF2B5EF4-FFF2-40B4-BE49-F238E27FC236}">
                    <a16:creationId xmlns:a16="http://schemas.microsoft.com/office/drawing/2014/main" id="{48443F5A-6921-43A1-BE5E-FF7A870CC488}"/>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40" name="Line 444">
                <a:extLst>
                  <a:ext uri="{FF2B5EF4-FFF2-40B4-BE49-F238E27FC236}">
                    <a16:creationId xmlns:a16="http://schemas.microsoft.com/office/drawing/2014/main" id="{98D87D5F-5085-4B7F-9FFC-2EBB3DF9D9FE}"/>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8" name="Group 445">
            <a:extLst>
              <a:ext uri="{FF2B5EF4-FFF2-40B4-BE49-F238E27FC236}">
                <a16:creationId xmlns:a16="http://schemas.microsoft.com/office/drawing/2014/main" id="{F51BB0E1-A7CD-4122-9DF5-17F72EDCF620}"/>
              </a:ext>
            </a:extLst>
          </p:cNvPr>
          <p:cNvGrpSpPr>
            <a:grpSpLocks/>
          </p:cNvGrpSpPr>
          <p:nvPr/>
        </p:nvGrpSpPr>
        <p:grpSpPr bwMode="auto">
          <a:xfrm>
            <a:off x="9166225" y="4953000"/>
            <a:ext cx="304800" cy="304800"/>
            <a:chOff x="4272" y="2400"/>
            <a:chExt cx="192" cy="192"/>
          </a:xfrm>
        </p:grpSpPr>
        <p:sp>
          <p:nvSpPr>
            <p:cNvPr id="183742" name="Rectangle 446">
              <a:extLst>
                <a:ext uri="{FF2B5EF4-FFF2-40B4-BE49-F238E27FC236}">
                  <a16:creationId xmlns:a16="http://schemas.microsoft.com/office/drawing/2014/main" id="{F2BD1466-9D9E-45E8-9789-BBAB25C39B99}"/>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 </a:t>
              </a:r>
            </a:p>
          </p:txBody>
        </p:sp>
        <p:grpSp>
          <p:nvGrpSpPr>
            <p:cNvPr id="27867" name="Group 447">
              <a:extLst>
                <a:ext uri="{FF2B5EF4-FFF2-40B4-BE49-F238E27FC236}">
                  <a16:creationId xmlns:a16="http://schemas.microsoft.com/office/drawing/2014/main" id="{3769706F-BB34-46DC-BEF3-771429546461}"/>
                </a:ext>
              </a:extLst>
            </p:cNvPr>
            <p:cNvGrpSpPr>
              <a:grpSpLocks/>
            </p:cNvGrpSpPr>
            <p:nvPr/>
          </p:nvGrpSpPr>
          <p:grpSpPr bwMode="auto">
            <a:xfrm>
              <a:off x="4272" y="2400"/>
              <a:ext cx="192" cy="192"/>
              <a:chOff x="4414" y="2400"/>
              <a:chExt cx="192" cy="192"/>
            </a:xfrm>
          </p:grpSpPr>
          <p:sp>
            <p:nvSpPr>
              <p:cNvPr id="183744" name="Line 448">
                <a:extLst>
                  <a:ext uri="{FF2B5EF4-FFF2-40B4-BE49-F238E27FC236}">
                    <a16:creationId xmlns:a16="http://schemas.microsoft.com/office/drawing/2014/main" id="{0E2FE53D-EF1E-4571-A1F9-7E6142B99C87}"/>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45" name="Line 449">
                <a:extLst>
                  <a:ext uri="{FF2B5EF4-FFF2-40B4-BE49-F238E27FC236}">
                    <a16:creationId xmlns:a16="http://schemas.microsoft.com/office/drawing/2014/main" id="{B96733E5-CA90-4CBC-8FEA-0196591DD79E}"/>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46" name="Line 450">
                <a:extLst>
                  <a:ext uri="{FF2B5EF4-FFF2-40B4-BE49-F238E27FC236}">
                    <a16:creationId xmlns:a16="http://schemas.microsoft.com/office/drawing/2014/main" id="{E5B218DD-6401-4E8C-84EA-C7C466636CDD}"/>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47" name="Line 451">
                <a:extLst>
                  <a:ext uri="{FF2B5EF4-FFF2-40B4-BE49-F238E27FC236}">
                    <a16:creationId xmlns:a16="http://schemas.microsoft.com/office/drawing/2014/main" id="{D28CDF29-9655-455F-9309-5DB86B9A191E}"/>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48" name="Line 452">
                <a:extLst>
                  <a:ext uri="{FF2B5EF4-FFF2-40B4-BE49-F238E27FC236}">
                    <a16:creationId xmlns:a16="http://schemas.microsoft.com/office/drawing/2014/main" id="{1E2E16BF-8959-47B9-88EB-1FE4DA8888D4}"/>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49" name="Line 453">
                <a:extLst>
                  <a:ext uri="{FF2B5EF4-FFF2-40B4-BE49-F238E27FC236}">
                    <a16:creationId xmlns:a16="http://schemas.microsoft.com/office/drawing/2014/main" id="{273F3CDA-76EA-4EBE-8C1A-AC9799F4D149}"/>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50" name="Line 454">
                <a:extLst>
                  <a:ext uri="{FF2B5EF4-FFF2-40B4-BE49-F238E27FC236}">
                    <a16:creationId xmlns:a16="http://schemas.microsoft.com/office/drawing/2014/main" id="{5889DEA4-D493-4259-97AC-3B9CCD1AC186}"/>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51" name="Line 455">
                <a:extLst>
                  <a:ext uri="{FF2B5EF4-FFF2-40B4-BE49-F238E27FC236}">
                    <a16:creationId xmlns:a16="http://schemas.microsoft.com/office/drawing/2014/main" id="{B5B94B5C-B1C0-44F8-B0F6-5CB0745E1224}"/>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79" name="Group 456">
            <a:extLst>
              <a:ext uri="{FF2B5EF4-FFF2-40B4-BE49-F238E27FC236}">
                <a16:creationId xmlns:a16="http://schemas.microsoft.com/office/drawing/2014/main" id="{DEF139F1-4602-4214-9E2D-EF2AB8DB3BFE}"/>
              </a:ext>
            </a:extLst>
          </p:cNvPr>
          <p:cNvGrpSpPr>
            <a:grpSpLocks/>
          </p:cNvGrpSpPr>
          <p:nvPr/>
        </p:nvGrpSpPr>
        <p:grpSpPr bwMode="auto">
          <a:xfrm>
            <a:off x="9296400" y="5410200"/>
            <a:ext cx="304800" cy="304800"/>
            <a:chOff x="4272" y="2400"/>
            <a:chExt cx="192" cy="192"/>
          </a:xfrm>
        </p:grpSpPr>
        <p:sp>
          <p:nvSpPr>
            <p:cNvPr id="183753" name="Rectangle 457">
              <a:extLst>
                <a:ext uri="{FF2B5EF4-FFF2-40B4-BE49-F238E27FC236}">
                  <a16:creationId xmlns:a16="http://schemas.microsoft.com/office/drawing/2014/main" id="{51BBFEAE-ABB6-44D7-9460-411FB32B1003}"/>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50</a:t>
              </a:r>
            </a:p>
          </p:txBody>
        </p:sp>
        <p:grpSp>
          <p:nvGrpSpPr>
            <p:cNvPr id="27857" name="Group 458">
              <a:extLst>
                <a:ext uri="{FF2B5EF4-FFF2-40B4-BE49-F238E27FC236}">
                  <a16:creationId xmlns:a16="http://schemas.microsoft.com/office/drawing/2014/main" id="{B54E8AF4-6F70-4498-BA9F-390D7005D50D}"/>
                </a:ext>
              </a:extLst>
            </p:cNvPr>
            <p:cNvGrpSpPr>
              <a:grpSpLocks/>
            </p:cNvGrpSpPr>
            <p:nvPr/>
          </p:nvGrpSpPr>
          <p:grpSpPr bwMode="auto">
            <a:xfrm>
              <a:off x="4272" y="2400"/>
              <a:ext cx="192" cy="192"/>
              <a:chOff x="4414" y="2400"/>
              <a:chExt cx="192" cy="192"/>
            </a:xfrm>
          </p:grpSpPr>
          <p:sp>
            <p:nvSpPr>
              <p:cNvPr id="183755" name="Line 459">
                <a:extLst>
                  <a:ext uri="{FF2B5EF4-FFF2-40B4-BE49-F238E27FC236}">
                    <a16:creationId xmlns:a16="http://schemas.microsoft.com/office/drawing/2014/main" id="{5CB2819D-0D66-4018-AD6D-F2683E1AEE65}"/>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56" name="Line 460">
                <a:extLst>
                  <a:ext uri="{FF2B5EF4-FFF2-40B4-BE49-F238E27FC236}">
                    <a16:creationId xmlns:a16="http://schemas.microsoft.com/office/drawing/2014/main" id="{D859A137-9E9A-4030-96FD-0023538DDEF8}"/>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57" name="Line 461">
                <a:extLst>
                  <a:ext uri="{FF2B5EF4-FFF2-40B4-BE49-F238E27FC236}">
                    <a16:creationId xmlns:a16="http://schemas.microsoft.com/office/drawing/2014/main" id="{EC8369D4-08AE-4B82-A4D8-5FC373180C63}"/>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58" name="Line 462">
                <a:extLst>
                  <a:ext uri="{FF2B5EF4-FFF2-40B4-BE49-F238E27FC236}">
                    <a16:creationId xmlns:a16="http://schemas.microsoft.com/office/drawing/2014/main" id="{C043CCA0-F167-4539-A962-304EE0F97C90}"/>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59" name="Line 463">
                <a:extLst>
                  <a:ext uri="{FF2B5EF4-FFF2-40B4-BE49-F238E27FC236}">
                    <a16:creationId xmlns:a16="http://schemas.microsoft.com/office/drawing/2014/main" id="{1C80AE1E-5CEA-4473-9E53-44D4E2D1D7CC}"/>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60" name="Line 464">
                <a:extLst>
                  <a:ext uri="{FF2B5EF4-FFF2-40B4-BE49-F238E27FC236}">
                    <a16:creationId xmlns:a16="http://schemas.microsoft.com/office/drawing/2014/main" id="{C5203E2B-DCD2-48B5-92C7-E6D5FE664419}"/>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61" name="Line 465">
                <a:extLst>
                  <a:ext uri="{FF2B5EF4-FFF2-40B4-BE49-F238E27FC236}">
                    <a16:creationId xmlns:a16="http://schemas.microsoft.com/office/drawing/2014/main" id="{1AAC01C3-C973-4C30-9D50-AF92F365A644}"/>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62" name="Line 466">
                <a:extLst>
                  <a:ext uri="{FF2B5EF4-FFF2-40B4-BE49-F238E27FC236}">
                    <a16:creationId xmlns:a16="http://schemas.microsoft.com/office/drawing/2014/main" id="{A4D7B79A-50D6-4364-83C5-65970DFC771D}"/>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0" name="Group 467">
            <a:extLst>
              <a:ext uri="{FF2B5EF4-FFF2-40B4-BE49-F238E27FC236}">
                <a16:creationId xmlns:a16="http://schemas.microsoft.com/office/drawing/2014/main" id="{4967DE60-73C1-43C3-875B-EDFF89D072D7}"/>
              </a:ext>
            </a:extLst>
          </p:cNvPr>
          <p:cNvGrpSpPr>
            <a:grpSpLocks/>
          </p:cNvGrpSpPr>
          <p:nvPr/>
        </p:nvGrpSpPr>
        <p:grpSpPr bwMode="auto">
          <a:xfrm>
            <a:off x="9601200" y="5410200"/>
            <a:ext cx="304800" cy="304800"/>
            <a:chOff x="4272" y="2400"/>
            <a:chExt cx="192" cy="192"/>
          </a:xfrm>
        </p:grpSpPr>
        <p:sp>
          <p:nvSpPr>
            <p:cNvPr id="183764" name="Rectangle 468">
              <a:extLst>
                <a:ext uri="{FF2B5EF4-FFF2-40B4-BE49-F238E27FC236}">
                  <a16:creationId xmlns:a16="http://schemas.microsoft.com/office/drawing/2014/main" id="{98C68B13-E169-4A64-909B-8E308854A212}"/>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60</a:t>
              </a:r>
            </a:p>
          </p:txBody>
        </p:sp>
        <p:grpSp>
          <p:nvGrpSpPr>
            <p:cNvPr id="27847" name="Group 469">
              <a:extLst>
                <a:ext uri="{FF2B5EF4-FFF2-40B4-BE49-F238E27FC236}">
                  <a16:creationId xmlns:a16="http://schemas.microsoft.com/office/drawing/2014/main" id="{4CCA91FD-7410-48DC-931A-3D9FD5F6B3A7}"/>
                </a:ext>
              </a:extLst>
            </p:cNvPr>
            <p:cNvGrpSpPr>
              <a:grpSpLocks/>
            </p:cNvGrpSpPr>
            <p:nvPr/>
          </p:nvGrpSpPr>
          <p:grpSpPr bwMode="auto">
            <a:xfrm>
              <a:off x="4272" y="2400"/>
              <a:ext cx="192" cy="192"/>
              <a:chOff x="4414" y="2400"/>
              <a:chExt cx="192" cy="192"/>
            </a:xfrm>
          </p:grpSpPr>
          <p:sp>
            <p:nvSpPr>
              <p:cNvPr id="183766" name="Line 470">
                <a:extLst>
                  <a:ext uri="{FF2B5EF4-FFF2-40B4-BE49-F238E27FC236}">
                    <a16:creationId xmlns:a16="http://schemas.microsoft.com/office/drawing/2014/main" id="{94D8E488-B530-43EC-8FDB-A8F0EE65407E}"/>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67" name="Line 471">
                <a:extLst>
                  <a:ext uri="{FF2B5EF4-FFF2-40B4-BE49-F238E27FC236}">
                    <a16:creationId xmlns:a16="http://schemas.microsoft.com/office/drawing/2014/main" id="{E3224232-7CDA-477D-A70F-D4E8C3DA64F3}"/>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68" name="Line 472">
                <a:extLst>
                  <a:ext uri="{FF2B5EF4-FFF2-40B4-BE49-F238E27FC236}">
                    <a16:creationId xmlns:a16="http://schemas.microsoft.com/office/drawing/2014/main" id="{F6C7C764-722F-45EC-8912-9C49BE045850}"/>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69" name="Line 473">
                <a:extLst>
                  <a:ext uri="{FF2B5EF4-FFF2-40B4-BE49-F238E27FC236}">
                    <a16:creationId xmlns:a16="http://schemas.microsoft.com/office/drawing/2014/main" id="{64315F97-AF1C-458D-880D-659C55B31BDB}"/>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70" name="Line 474">
                <a:extLst>
                  <a:ext uri="{FF2B5EF4-FFF2-40B4-BE49-F238E27FC236}">
                    <a16:creationId xmlns:a16="http://schemas.microsoft.com/office/drawing/2014/main" id="{8C1231DD-C6D7-4421-A6ED-147F5D4294DA}"/>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71" name="Line 475">
                <a:extLst>
                  <a:ext uri="{FF2B5EF4-FFF2-40B4-BE49-F238E27FC236}">
                    <a16:creationId xmlns:a16="http://schemas.microsoft.com/office/drawing/2014/main" id="{CD39A7BD-0431-4CB1-9AEF-F9FA8C90FB99}"/>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72" name="Line 476">
                <a:extLst>
                  <a:ext uri="{FF2B5EF4-FFF2-40B4-BE49-F238E27FC236}">
                    <a16:creationId xmlns:a16="http://schemas.microsoft.com/office/drawing/2014/main" id="{825747FC-F523-4AA7-AF30-1A2EC85E240E}"/>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73" name="Line 477">
                <a:extLst>
                  <a:ext uri="{FF2B5EF4-FFF2-40B4-BE49-F238E27FC236}">
                    <a16:creationId xmlns:a16="http://schemas.microsoft.com/office/drawing/2014/main" id="{F9623067-CF81-430D-9046-CE078B77E4D0}"/>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1" name="Group 478">
            <a:extLst>
              <a:ext uri="{FF2B5EF4-FFF2-40B4-BE49-F238E27FC236}">
                <a16:creationId xmlns:a16="http://schemas.microsoft.com/office/drawing/2014/main" id="{6A503ECF-07CA-4EAA-9470-97C328F1CA8D}"/>
              </a:ext>
            </a:extLst>
          </p:cNvPr>
          <p:cNvGrpSpPr>
            <a:grpSpLocks/>
          </p:cNvGrpSpPr>
          <p:nvPr/>
        </p:nvGrpSpPr>
        <p:grpSpPr bwMode="auto">
          <a:xfrm>
            <a:off x="9906000" y="5410200"/>
            <a:ext cx="304800" cy="304800"/>
            <a:chOff x="4272" y="2400"/>
            <a:chExt cx="192" cy="192"/>
          </a:xfrm>
        </p:grpSpPr>
        <p:sp>
          <p:nvSpPr>
            <p:cNvPr id="183775" name="Rectangle 479">
              <a:extLst>
                <a:ext uri="{FF2B5EF4-FFF2-40B4-BE49-F238E27FC236}">
                  <a16:creationId xmlns:a16="http://schemas.microsoft.com/office/drawing/2014/main" id="{EA6AACF9-2018-4F99-9263-AC879E3087D8}"/>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70</a:t>
              </a:r>
            </a:p>
          </p:txBody>
        </p:sp>
        <p:grpSp>
          <p:nvGrpSpPr>
            <p:cNvPr id="27837" name="Group 480">
              <a:extLst>
                <a:ext uri="{FF2B5EF4-FFF2-40B4-BE49-F238E27FC236}">
                  <a16:creationId xmlns:a16="http://schemas.microsoft.com/office/drawing/2014/main" id="{08DB942C-10D9-4EC6-8FFA-142B5FC87733}"/>
                </a:ext>
              </a:extLst>
            </p:cNvPr>
            <p:cNvGrpSpPr>
              <a:grpSpLocks/>
            </p:cNvGrpSpPr>
            <p:nvPr/>
          </p:nvGrpSpPr>
          <p:grpSpPr bwMode="auto">
            <a:xfrm>
              <a:off x="4272" y="2400"/>
              <a:ext cx="192" cy="192"/>
              <a:chOff x="4414" y="2400"/>
              <a:chExt cx="192" cy="192"/>
            </a:xfrm>
          </p:grpSpPr>
          <p:sp>
            <p:nvSpPr>
              <p:cNvPr id="183777" name="Line 481">
                <a:extLst>
                  <a:ext uri="{FF2B5EF4-FFF2-40B4-BE49-F238E27FC236}">
                    <a16:creationId xmlns:a16="http://schemas.microsoft.com/office/drawing/2014/main" id="{D7D9EE92-0E6C-4A9D-A8F2-A775EB551FC0}"/>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78" name="Line 482">
                <a:extLst>
                  <a:ext uri="{FF2B5EF4-FFF2-40B4-BE49-F238E27FC236}">
                    <a16:creationId xmlns:a16="http://schemas.microsoft.com/office/drawing/2014/main" id="{92F0CCC0-7843-4F8C-A97D-FACABF13962F}"/>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79" name="Line 483">
                <a:extLst>
                  <a:ext uri="{FF2B5EF4-FFF2-40B4-BE49-F238E27FC236}">
                    <a16:creationId xmlns:a16="http://schemas.microsoft.com/office/drawing/2014/main" id="{2BA6F4C7-9E6E-4993-BC3E-4B348D9F1AC1}"/>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80" name="Line 484">
                <a:extLst>
                  <a:ext uri="{FF2B5EF4-FFF2-40B4-BE49-F238E27FC236}">
                    <a16:creationId xmlns:a16="http://schemas.microsoft.com/office/drawing/2014/main" id="{7112738A-6399-445B-BD42-D9A6651C8554}"/>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81" name="Line 485">
                <a:extLst>
                  <a:ext uri="{FF2B5EF4-FFF2-40B4-BE49-F238E27FC236}">
                    <a16:creationId xmlns:a16="http://schemas.microsoft.com/office/drawing/2014/main" id="{1ADC92DB-435B-4D1C-BB73-A9126CB48326}"/>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82" name="Line 486">
                <a:extLst>
                  <a:ext uri="{FF2B5EF4-FFF2-40B4-BE49-F238E27FC236}">
                    <a16:creationId xmlns:a16="http://schemas.microsoft.com/office/drawing/2014/main" id="{F9E54E30-1DD7-456D-9155-A698137ECB2E}"/>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83" name="Line 487">
                <a:extLst>
                  <a:ext uri="{FF2B5EF4-FFF2-40B4-BE49-F238E27FC236}">
                    <a16:creationId xmlns:a16="http://schemas.microsoft.com/office/drawing/2014/main" id="{29A2A8D1-1E96-4A67-9FB5-5698C78B55D2}"/>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84" name="Line 488">
                <a:extLst>
                  <a:ext uri="{FF2B5EF4-FFF2-40B4-BE49-F238E27FC236}">
                    <a16:creationId xmlns:a16="http://schemas.microsoft.com/office/drawing/2014/main" id="{3E29C9AB-E65B-40DC-9856-9EFE14F4E310}"/>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2" name="Group 489">
            <a:extLst>
              <a:ext uri="{FF2B5EF4-FFF2-40B4-BE49-F238E27FC236}">
                <a16:creationId xmlns:a16="http://schemas.microsoft.com/office/drawing/2014/main" id="{5B2EE3FB-EB20-49B8-9984-32B943E10530}"/>
              </a:ext>
            </a:extLst>
          </p:cNvPr>
          <p:cNvGrpSpPr>
            <a:grpSpLocks/>
          </p:cNvGrpSpPr>
          <p:nvPr/>
        </p:nvGrpSpPr>
        <p:grpSpPr bwMode="auto">
          <a:xfrm>
            <a:off x="10210800" y="5410200"/>
            <a:ext cx="304800" cy="304800"/>
            <a:chOff x="4272" y="2400"/>
            <a:chExt cx="192" cy="192"/>
          </a:xfrm>
        </p:grpSpPr>
        <p:sp>
          <p:nvSpPr>
            <p:cNvPr id="183786" name="Rectangle 490">
              <a:extLst>
                <a:ext uri="{FF2B5EF4-FFF2-40B4-BE49-F238E27FC236}">
                  <a16:creationId xmlns:a16="http://schemas.microsoft.com/office/drawing/2014/main" id="{1A905FDE-BCF9-4AC4-88B6-6D623B558F16}"/>
                </a:ext>
              </a:extLst>
            </p:cNvPr>
            <p:cNvSpPr>
              <a:spLocks noChangeArrowheads="1"/>
            </p:cNvSpPr>
            <p:nvPr/>
          </p:nvSpPr>
          <p:spPr bwMode="auto">
            <a:xfrm>
              <a:off x="4272" y="2400"/>
              <a:ext cx="192" cy="192"/>
            </a:xfrm>
            <a:prstGeom prst="rect">
              <a:avLst/>
            </a:prstGeom>
            <a:noFill/>
            <a:ln w="12700">
              <a:solidFill>
                <a:srgbClr val="33993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solidFill>
                    <a:srgbClr val="339933"/>
                  </a:solidFill>
                  <a:latin typeface="Arial" charset="0"/>
                  <a:ea typeface="ＭＳ Ｐゴシック" charset="0"/>
                </a:rPr>
                <a:t> </a:t>
              </a:r>
            </a:p>
          </p:txBody>
        </p:sp>
        <p:grpSp>
          <p:nvGrpSpPr>
            <p:cNvPr id="27827" name="Group 491">
              <a:extLst>
                <a:ext uri="{FF2B5EF4-FFF2-40B4-BE49-F238E27FC236}">
                  <a16:creationId xmlns:a16="http://schemas.microsoft.com/office/drawing/2014/main" id="{408D6A5B-571C-43EA-ABAB-ABB021596A1D}"/>
                </a:ext>
              </a:extLst>
            </p:cNvPr>
            <p:cNvGrpSpPr>
              <a:grpSpLocks/>
            </p:cNvGrpSpPr>
            <p:nvPr/>
          </p:nvGrpSpPr>
          <p:grpSpPr bwMode="auto">
            <a:xfrm>
              <a:off x="4272" y="2400"/>
              <a:ext cx="192" cy="192"/>
              <a:chOff x="4414" y="2400"/>
              <a:chExt cx="192" cy="192"/>
            </a:xfrm>
          </p:grpSpPr>
          <p:sp>
            <p:nvSpPr>
              <p:cNvPr id="183788" name="Line 492">
                <a:extLst>
                  <a:ext uri="{FF2B5EF4-FFF2-40B4-BE49-F238E27FC236}">
                    <a16:creationId xmlns:a16="http://schemas.microsoft.com/office/drawing/2014/main" id="{86ECF3AF-408A-4EC9-9B57-9AE9107CAF7B}"/>
                  </a:ext>
                </a:extLst>
              </p:cNvPr>
              <p:cNvSpPr>
                <a:spLocks noChangeShapeType="1"/>
              </p:cNvSpPr>
              <p:nvPr/>
            </p:nvSpPr>
            <p:spPr bwMode="auto">
              <a:xfrm>
                <a:off x="4414"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89" name="Line 493">
                <a:extLst>
                  <a:ext uri="{FF2B5EF4-FFF2-40B4-BE49-F238E27FC236}">
                    <a16:creationId xmlns:a16="http://schemas.microsoft.com/office/drawing/2014/main" id="{B241CE23-594A-43CC-8248-EFB240D4295E}"/>
                  </a:ext>
                </a:extLst>
              </p:cNvPr>
              <p:cNvSpPr>
                <a:spLocks noChangeShapeType="1"/>
              </p:cNvSpPr>
              <p:nvPr/>
            </p:nvSpPr>
            <p:spPr bwMode="auto">
              <a:xfrm>
                <a:off x="4414"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90" name="Line 494">
                <a:extLst>
                  <a:ext uri="{FF2B5EF4-FFF2-40B4-BE49-F238E27FC236}">
                    <a16:creationId xmlns:a16="http://schemas.microsoft.com/office/drawing/2014/main" id="{DDD10BC2-87E2-4D71-AAF6-AC6949134453}"/>
                  </a:ext>
                </a:extLst>
              </p:cNvPr>
              <p:cNvSpPr>
                <a:spLocks noChangeShapeType="1"/>
              </p:cNvSpPr>
              <p:nvPr/>
            </p:nvSpPr>
            <p:spPr bwMode="auto">
              <a:xfrm>
                <a:off x="4606" y="2496"/>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91" name="Line 495">
                <a:extLst>
                  <a:ext uri="{FF2B5EF4-FFF2-40B4-BE49-F238E27FC236}">
                    <a16:creationId xmlns:a16="http://schemas.microsoft.com/office/drawing/2014/main" id="{EA7A3C53-22B1-44F4-BBB4-D2336BD4DD8F}"/>
                  </a:ext>
                </a:extLst>
              </p:cNvPr>
              <p:cNvSpPr>
                <a:spLocks noChangeShapeType="1"/>
              </p:cNvSpPr>
              <p:nvPr/>
            </p:nvSpPr>
            <p:spPr bwMode="auto">
              <a:xfrm>
                <a:off x="4606" y="2400"/>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92" name="Line 496">
                <a:extLst>
                  <a:ext uri="{FF2B5EF4-FFF2-40B4-BE49-F238E27FC236}">
                    <a16:creationId xmlns:a16="http://schemas.microsoft.com/office/drawing/2014/main" id="{6B50D5E7-CFB7-4945-B1DB-6359150B32EA}"/>
                  </a:ext>
                </a:extLst>
              </p:cNvPr>
              <p:cNvSpPr>
                <a:spLocks noChangeShapeType="1"/>
              </p:cNvSpPr>
              <p:nvPr/>
            </p:nvSpPr>
            <p:spPr bwMode="auto">
              <a:xfrm rot="-5400000">
                <a:off x="4558"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93" name="Line 497">
                <a:extLst>
                  <a:ext uri="{FF2B5EF4-FFF2-40B4-BE49-F238E27FC236}">
                    <a16:creationId xmlns:a16="http://schemas.microsoft.com/office/drawing/2014/main" id="{8B621E64-2FB2-40EB-B8AC-BCABB12E8303}"/>
                  </a:ext>
                </a:extLst>
              </p:cNvPr>
              <p:cNvSpPr>
                <a:spLocks noChangeShapeType="1"/>
              </p:cNvSpPr>
              <p:nvPr/>
            </p:nvSpPr>
            <p:spPr bwMode="auto">
              <a:xfrm rot="-5400000">
                <a:off x="4462" y="2544"/>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94" name="Line 498">
                <a:extLst>
                  <a:ext uri="{FF2B5EF4-FFF2-40B4-BE49-F238E27FC236}">
                    <a16:creationId xmlns:a16="http://schemas.microsoft.com/office/drawing/2014/main" id="{49020C72-F444-41D3-909E-81B2A2959F9E}"/>
                  </a:ext>
                </a:extLst>
              </p:cNvPr>
              <p:cNvSpPr>
                <a:spLocks noChangeShapeType="1"/>
              </p:cNvSpPr>
              <p:nvPr/>
            </p:nvSpPr>
            <p:spPr bwMode="auto">
              <a:xfrm rot="-5400000">
                <a:off x="4558"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795" name="Line 499">
                <a:extLst>
                  <a:ext uri="{FF2B5EF4-FFF2-40B4-BE49-F238E27FC236}">
                    <a16:creationId xmlns:a16="http://schemas.microsoft.com/office/drawing/2014/main" id="{A09414CE-E73B-4D70-8D53-FBD240DE1014}"/>
                  </a:ext>
                </a:extLst>
              </p:cNvPr>
              <p:cNvSpPr>
                <a:spLocks noChangeShapeType="1"/>
              </p:cNvSpPr>
              <p:nvPr/>
            </p:nvSpPr>
            <p:spPr bwMode="auto">
              <a:xfrm rot="-5400000">
                <a:off x="4462" y="2352"/>
                <a:ext cx="0" cy="96"/>
              </a:xfrm>
              <a:prstGeom prst="line">
                <a:avLst/>
              </a:prstGeom>
              <a:noFill/>
              <a:ln w="12700">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3" name="Group 4">
            <a:extLst>
              <a:ext uri="{FF2B5EF4-FFF2-40B4-BE49-F238E27FC236}">
                <a16:creationId xmlns:a16="http://schemas.microsoft.com/office/drawing/2014/main" id="{F2A5A15A-4FAF-4B21-A31C-E84959290F74}"/>
              </a:ext>
            </a:extLst>
          </p:cNvPr>
          <p:cNvGrpSpPr>
            <a:grpSpLocks/>
          </p:cNvGrpSpPr>
          <p:nvPr/>
        </p:nvGrpSpPr>
        <p:grpSpPr bwMode="auto">
          <a:xfrm>
            <a:off x="6172200" y="2590800"/>
            <a:ext cx="304800" cy="304800"/>
            <a:chOff x="4272" y="2400"/>
            <a:chExt cx="192" cy="192"/>
          </a:xfrm>
        </p:grpSpPr>
        <p:sp>
          <p:nvSpPr>
            <p:cNvPr id="183301" name="Rectangle 5">
              <a:extLst>
                <a:ext uri="{FF2B5EF4-FFF2-40B4-BE49-F238E27FC236}">
                  <a16:creationId xmlns:a16="http://schemas.microsoft.com/office/drawing/2014/main" id="{9FE2206A-664D-4DA2-B8C7-8461BA2CF93D}"/>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10</a:t>
              </a:r>
            </a:p>
          </p:txBody>
        </p:sp>
        <p:grpSp>
          <p:nvGrpSpPr>
            <p:cNvPr id="27817" name="Group 6">
              <a:extLst>
                <a:ext uri="{FF2B5EF4-FFF2-40B4-BE49-F238E27FC236}">
                  <a16:creationId xmlns:a16="http://schemas.microsoft.com/office/drawing/2014/main" id="{E7D78F1F-182E-4BEC-8115-3917A41D8F00}"/>
                </a:ext>
              </a:extLst>
            </p:cNvPr>
            <p:cNvGrpSpPr>
              <a:grpSpLocks/>
            </p:cNvGrpSpPr>
            <p:nvPr/>
          </p:nvGrpSpPr>
          <p:grpSpPr bwMode="auto">
            <a:xfrm>
              <a:off x="4272" y="2400"/>
              <a:ext cx="192" cy="192"/>
              <a:chOff x="4414" y="2400"/>
              <a:chExt cx="192" cy="192"/>
            </a:xfrm>
          </p:grpSpPr>
          <p:sp>
            <p:nvSpPr>
              <p:cNvPr id="183303" name="Line 7">
                <a:extLst>
                  <a:ext uri="{FF2B5EF4-FFF2-40B4-BE49-F238E27FC236}">
                    <a16:creationId xmlns:a16="http://schemas.microsoft.com/office/drawing/2014/main" id="{707CEC2B-36A1-4DDA-956E-4C3D607057AA}"/>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04" name="Line 8">
                <a:extLst>
                  <a:ext uri="{FF2B5EF4-FFF2-40B4-BE49-F238E27FC236}">
                    <a16:creationId xmlns:a16="http://schemas.microsoft.com/office/drawing/2014/main" id="{DD473251-DA76-4BE1-A9A1-B4C29B1A2670}"/>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05" name="Line 9">
                <a:extLst>
                  <a:ext uri="{FF2B5EF4-FFF2-40B4-BE49-F238E27FC236}">
                    <a16:creationId xmlns:a16="http://schemas.microsoft.com/office/drawing/2014/main" id="{A31D7980-09CE-40D0-80BA-C800C8399677}"/>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06" name="Line 10">
                <a:extLst>
                  <a:ext uri="{FF2B5EF4-FFF2-40B4-BE49-F238E27FC236}">
                    <a16:creationId xmlns:a16="http://schemas.microsoft.com/office/drawing/2014/main" id="{4D8FECAC-CB50-414B-BA18-6AD65A766B33}"/>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07" name="Line 11">
                <a:extLst>
                  <a:ext uri="{FF2B5EF4-FFF2-40B4-BE49-F238E27FC236}">
                    <a16:creationId xmlns:a16="http://schemas.microsoft.com/office/drawing/2014/main" id="{9F1A9CA5-3C11-4AF6-9805-A5A9CFE09AD6}"/>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08" name="Line 12">
                <a:extLst>
                  <a:ext uri="{FF2B5EF4-FFF2-40B4-BE49-F238E27FC236}">
                    <a16:creationId xmlns:a16="http://schemas.microsoft.com/office/drawing/2014/main" id="{C4EEA19D-05C5-4E61-B6D1-D650DC80FD35}"/>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09" name="Line 13">
                <a:extLst>
                  <a:ext uri="{FF2B5EF4-FFF2-40B4-BE49-F238E27FC236}">
                    <a16:creationId xmlns:a16="http://schemas.microsoft.com/office/drawing/2014/main" id="{A3C0FC1C-974A-4C45-B2A7-87FF46C5D006}"/>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10" name="Line 14">
                <a:extLst>
                  <a:ext uri="{FF2B5EF4-FFF2-40B4-BE49-F238E27FC236}">
                    <a16:creationId xmlns:a16="http://schemas.microsoft.com/office/drawing/2014/main" id="{73B4950A-9A46-4ED4-9D8A-000A6B192A0C}"/>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4" name="Group 15">
            <a:extLst>
              <a:ext uri="{FF2B5EF4-FFF2-40B4-BE49-F238E27FC236}">
                <a16:creationId xmlns:a16="http://schemas.microsoft.com/office/drawing/2014/main" id="{FFC68D46-F0BB-40BA-AF92-DB7A5274DB1B}"/>
              </a:ext>
            </a:extLst>
          </p:cNvPr>
          <p:cNvGrpSpPr>
            <a:grpSpLocks/>
          </p:cNvGrpSpPr>
          <p:nvPr/>
        </p:nvGrpSpPr>
        <p:grpSpPr bwMode="auto">
          <a:xfrm>
            <a:off x="6477000" y="2590800"/>
            <a:ext cx="304800" cy="304800"/>
            <a:chOff x="4272" y="2400"/>
            <a:chExt cx="192" cy="192"/>
          </a:xfrm>
        </p:grpSpPr>
        <p:sp>
          <p:nvSpPr>
            <p:cNvPr id="183312" name="Rectangle 16">
              <a:extLst>
                <a:ext uri="{FF2B5EF4-FFF2-40B4-BE49-F238E27FC236}">
                  <a16:creationId xmlns:a16="http://schemas.microsoft.com/office/drawing/2014/main" id="{6107CD7F-80DE-47DD-B5CE-B5A7032162D7}"/>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40</a:t>
              </a:r>
            </a:p>
          </p:txBody>
        </p:sp>
        <p:grpSp>
          <p:nvGrpSpPr>
            <p:cNvPr id="27807" name="Group 17">
              <a:extLst>
                <a:ext uri="{FF2B5EF4-FFF2-40B4-BE49-F238E27FC236}">
                  <a16:creationId xmlns:a16="http://schemas.microsoft.com/office/drawing/2014/main" id="{0327C11F-838A-4D11-A103-A0474B01F105}"/>
                </a:ext>
              </a:extLst>
            </p:cNvPr>
            <p:cNvGrpSpPr>
              <a:grpSpLocks/>
            </p:cNvGrpSpPr>
            <p:nvPr/>
          </p:nvGrpSpPr>
          <p:grpSpPr bwMode="auto">
            <a:xfrm>
              <a:off x="4272" y="2400"/>
              <a:ext cx="192" cy="192"/>
              <a:chOff x="4414" y="2400"/>
              <a:chExt cx="192" cy="192"/>
            </a:xfrm>
          </p:grpSpPr>
          <p:sp>
            <p:nvSpPr>
              <p:cNvPr id="183314" name="Line 18">
                <a:extLst>
                  <a:ext uri="{FF2B5EF4-FFF2-40B4-BE49-F238E27FC236}">
                    <a16:creationId xmlns:a16="http://schemas.microsoft.com/office/drawing/2014/main" id="{BAA694C3-B581-4494-A3B9-CA3DE97CB76E}"/>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15" name="Line 19">
                <a:extLst>
                  <a:ext uri="{FF2B5EF4-FFF2-40B4-BE49-F238E27FC236}">
                    <a16:creationId xmlns:a16="http://schemas.microsoft.com/office/drawing/2014/main" id="{BCA0F15D-4CA0-435E-A929-DA00344570D1}"/>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16" name="Line 20">
                <a:extLst>
                  <a:ext uri="{FF2B5EF4-FFF2-40B4-BE49-F238E27FC236}">
                    <a16:creationId xmlns:a16="http://schemas.microsoft.com/office/drawing/2014/main" id="{647C4959-2898-4EDC-86CA-629B44CEDA02}"/>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17" name="Line 21">
                <a:extLst>
                  <a:ext uri="{FF2B5EF4-FFF2-40B4-BE49-F238E27FC236}">
                    <a16:creationId xmlns:a16="http://schemas.microsoft.com/office/drawing/2014/main" id="{448BDFCA-F3D3-4D54-A74E-95773D720D68}"/>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18" name="Line 22">
                <a:extLst>
                  <a:ext uri="{FF2B5EF4-FFF2-40B4-BE49-F238E27FC236}">
                    <a16:creationId xmlns:a16="http://schemas.microsoft.com/office/drawing/2014/main" id="{D2E5A30E-85A7-45CA-912D-6008BFDDABF2}"/>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19" name="Line 23">
                <a:extLst>
                  <a:ext uri="{FF2B5EF4-FFF2-40B4-BE49-F238E27FC236}">
                    <a16:creationId xmlns:a16="http://schemas.microsoft.com/office/drawing/2014/main" id="{20E49AE2-5BED-4BBB-9D76-A976D2A1E93B}"/>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20" name="Line 24">
                <a:extLst>
                  <a:ext uri="{FF2B5EF4-FFF2-40B4-BE49-F238E27FC236}">
                    <a16:creationId xmlns:a16="http://schemas.microsoft.com/office/drawing/2014/main" id="{69A14492-240F-44D4-9273-EA6705418547}"/>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21" name="Line 25">
                <a:extLst>
                  <a:ext uri="{FF2B5EF4-FFF2-40B4-BE49-F238E27FC236}">
                    <a16:creationId xmlns:a16="http://schemas.microsoft.com/office/drawing/2014/main" id="{7E4DDDC5-EC08-43AA-9CBC-629BCCA29CF8}"/>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5" name="Group 26">
            <a:extLst>
              <a:ext uri="{FF2B5EF4-FFF2-40B4-BE49-F238E27FC236}">
                <a16:creationId xmlns:a16="http://schemas.microsoft.com/office/drawing/2014/main" id="{A2FE479D-D021-444D-B49F-6438E45A40ED}"/>
              </a:ext>
            </a:extLst>
          </p:cNvPr>
          <p:cNvGrpSpPr>
            <a:grpSpLocks/>
          </p:cNvGrpSpPr>
          <p:nvPr/>
        </p:nvGrpSpPr>
        <p:grpSpPr bwMode="auto">
          <a:xfrm>
            <a:off x="6781800" y="2590800"/>
            <a:ext cx="304800" cy="304800"/>
            <a:chOff x="4272" y="2400"/>
            <a:chExt cx="192" cy="192"/>
          </a:xfrm>
        </p:grpSpPr>
        <p:sp>
          <p:nvSpPr>
            <p:cNvPr id="183323" name="Rectangle 27">
              <a:extLst>
                <a:ext uri="{FF2B5EF4-FFF2-40B4-BE49-F238E27FC236}">
                  <a16:creationId xmlns:a16="http://schemas.microsoft.com/office/drawing/2014/main" id="{2E6ABE73-96F5-4489-ACCF-4329A1063661}"/>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 </a:t>
              </a:r>
            </a:p>
          </p:txBody>
        </p:sp>
        <p:grpSp>
          <p:nvGrpSpPr>
            <p:cNvPr id="27797" name="Group 28">
              <a:extLst>
                <a:ext uri="{FF2B5EF4-FFF2-40B4-BE49-F238E27FC236}">
                  <a16:creationId xmlns:a16="http://schemas.microsoft.com/office/drawing/2014/main" id="{65D1677E-CC4E-4203-93A9-076ACE8C3266}"/>
                </a:ext>
              </a:extLst>
            </p:cNvPr>
            <p:cNvGrpSpPr>
              <a:grpSpLocks/>
            </p:cNvGrpSpPr>
            <p:nvPr/>
          </p:nvGrpSpPr>
          <p:grpSpPr bwMode="auto">
            <a:xfrm>
              <a:off x="4272" y="2400"/>
              <a:ext cx="192" cy="192"/>
              <a:chOff x="4414" y="2400"/>
              <a:chExt cx="192" cy="192"/>
            </a:xfrm>
          </p:grpSpPr>
          <p:sp>
            <p:nvSpPr>
              <p:cNvPr id="183325" name="Line 29">
                <a:extLst>
                  <a:ext uri="{FF2B5EF4-FFF2-40B4-BE49-F238E27FC236}">
                    <a16:creationId xmlns:a16="http://schemas.microsoft.com/office/drawing/2014/main" id="{BBF4A560-E575-46D4-B778-ADE76396761C}"/>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26" name="Line 30">
                <a:extLst>
                  <a:ext uri="{FF2B5EF4-FFF2-40B4-BE49-F238E27FC236}">
                    <a16:creationId xmlns:a16="http://schemas.microsoft.com/office/drawing/2014/main" id="{18BCB2BA-DA59-45B0-94AF-69E96C9B5DBB}"/>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27" name="Line 31">
                <a:extLst>
                  <a:ext uri="{FF2B5EF4-FFF2-40B4-BE49-F238E27FC236}">
                    <a16:creationId xmlns:a16="http://schemas.microsoft.com/office/drawing/2014/main" id="{D4A39B4B-B716-485F-B21D-43D555B16B77}"/>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28" name="Line 32">
                <a:extLst>
                  <a:ext uri="{FF2B5EF4-FFF2-40B4-BE49-F238E27FC236}">
                    <a16:creationId xmlns:a16="http://schemas.microsoft.com/office/drawing/2014/main" id="{20D1CD9F-16DD-42D3-9347-8FE9AAC7D5CD}"/>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29" name="Line 33">
                <a:extLst>
                  <a:ext uri="{FF2B5EF4-FFF2-40B4-BE49-F238E27FC236}">
                    <a16:creationId xmlns:a16="http://schemas.microsoft.com/office/drawing/2014/main" id="{270D050C-EC20-4909-A9A9-5D734769F040}"/>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30" name="Line 34">
                <a:extLst>
                  <a:ext uri="{FF2B5EF4-FFF2-40B4-BE49-F238E27FC236}">
                    <a16:creationId xmlns:a16="http://schemas.microsoft.com/office/drawing/2014/main" id="{56B8E17F-5BAF-4EDF-BBC6-DE0422DFE951}"/>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31" name="Line 35">
                <a:extLst>
                  <a:ext uri="{FF2B5EF4-FFF2-40B4-BE49-F238E27FC236}">
                    <a16:creationId xmlns:a16="http://schemas.microsoft.com/office/drawing/2014/main" id="{25CD8A05-EF27-4F7C-B277-3BF03C8F05A5}"/>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32" name="Line 36">
                <a:extLst>
                  <a:ext uri="{FF2B5EF4-FFF2-40B4-BE49-F238E27FC236}">
                    <a16:creationId xmlns:a16="http://schemas.microsoft.com/office/drawing/2014/main" id="{B4045BAD-5232-40D3-A656-686CDABA6719}"/>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6" name="Group 93">
            <a:extLst>
              <a:ext uri="{FF2B5EF4-FFF2-40B4-BE49-F238E27FC236}">
                <a16:creationId xmlns:a16="http://schemas.microsoft.com/office/drawing/2014/main" id="{AD3F2ECB-29AF-4AA1-91AF-444B2B93FF12}"/>
              </a:ext>
            </a:extLst>
          </p:cNvPr>
          <p:cNvGrpSpPr>
            <a:grpSpLocks/>
          </p:cNvGrpSpPr>
          <p:nvPr/>
        </p:nvGrpSpPr>
        <p:grpSpPr bwMode="auto">
          <a:xfrm>
            <a:off x="3810000" y="3733800"/>
            <a:ext cx="304800" cy="304800"/>
            <a:chOff x="4272" y="2400"/>
            <a:chExt cx="192" cy="192"/>
          </a:xfrm>
        </p:grpSpPr>
        <p:sp>
          <p:nvSpPr>
            <p:cNvPr id="183390" name="Rectangle 94">
              <a:extLst>
                <a:ext uri="{FF2B5EF4-FFF2-40B4-BE49-F238E27FC236}">
                  <a16:creationId xmlns:a16="http://schemas.microsoft.com/office/drawing/2014/main" id="{C53BCCA1-BB50-4C62-BBF6-9A6734E7BEA9}"/>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3</a:t>
              </a:r>
            </a:p>
          </p:txBody>
        </p:sp>
        <p:grpSp>
          <p:nvGrpSpPr>
            <p:cNvPr id="27787" name="Group 95">
              <a:extLst>
                <a:ext uri="{FF2B5EF4-FFF2-40B4-BE49-F238E27FC236}">
                  <a16:creationId xmlns:a16="http://schemas.microsoft.com/office/drawing/2014/main" id="{3C601E1A-7754-4BF8-B488-55C890CF473F}"/>
                </a:ext>
              </a:extLst>
            </p:cNvPr>
            <p:cNvGrpSpPr>
              <a:grpSpLocks/>
            </p:cNvGrpSpPr>
            <p:nvPr/>
          </p:nvGrpSpPr>
          <p:grpSpPr bwMode="auto">
            <a:xfrm>
              <a:off x="4272" y="2400"/>
              <a:ext cx="192" cy="192"/>
              <a:chOff x="4414" y="2400"/>
              <a:chExt cx="192" cy="192"/>
            </a:xfrm>
          </p:grpSpPr>
          <p:sp>
            <p:nvSpPr>
              <p:cNvPr id="183392" name="Line 96">
                <a:extLst>
                  <a:ext uri="{FF2B5EF4-FFF2-40B4-BE49-F238E27FC236}">
                    <a16:creationId xmlns:a16="http://schemas.microsoft.com/office/drawing/2014/main" id="{56B7262C-0DA0-43C8-9D82-8D153ED3823B}"/>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93" name="Line 97">
                <a:extLst>
                  <a:ext uri="{FF2B5EF4-FFF2-40B4-BE49-F238E27FC236}">
                    <a16:creationId xmlns:a16="http://schemas.microsoft.com/office/drawing/2014/main" id="{E3698210-1F48-4FB2-BC10-F12F18CD64D0}"/>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94" name="Line 98">
                <a:extLst>
                  <a:ext uri="{FF2B5EF4-FFF2-40B4-BE49-F238E27FC236}">
                    <a16:creationId xmlns:a16="http://schemas.microsoft.com/office/drawing/2014/main" id="{3A51C2CB-C520-4BE4-B4AA-7DD592063193}"/>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95" name="Line 99">
                <a:extLst>
                  <a:ext uri="{FF2B5EF4-FFF2-40B4-BE49-F238E27FC236}">
                    <a16:creationId xmlns:a16="http://schemas.microsoft.com/office/drawing/2014/main" id="{E33FF54D-A229-43DA-BDF7-B1723D9B4CCC}"/>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96" name="Line 100">
                <a:extLst>
                  <a:ext uri="{FF2B5EF4-FFF2-40B4-BE49-F238E27FC236}">
                    <a16:creationId xmlns:a16="http://schemas.microsoft.com/office/drawing/2014/main" id="{7DEF4426-F437-4F85-B24E-4E5051199CCB}"/>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97" name="Line 101">
                <a:extLst>
                  <a:ext uri="{FF2B5EF4-FFF2-40B4-BE49-F238E27FC236}">
                    <a16:creationId xmlns:a16="http://schemas.microsoft.com/office/drawing/2014/main" id="{44F3DE7D-E7D1-425E-8C0E-DB3A472213AC}"/>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98" name="Line 102">
                <a:extLst>
                  <a:ext uri="{FF2B5EF4-FFF2-40B4-BE49-F238E27FC236}">
                    <a16:creationId xmlns:a16="http://schemas.microsoft.com/office/drawing/2014/main" id="{037DA690-12A9-432A-94A5-3C04409543A1}"/>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399" name="Line 103">
                <a:extLst>
                  <a:ext uri="{FF2B5EF4-FFF2-40B4-BE49-F238E27FC236}">
                    <a16:creationId xmlns:a16="http://schemas.microsoft.com/office/drawing/2014/main" id="{D7211DCF-9F63-4595-97CD-9C72ACBE1B30}"/>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7" name="Group 104">
            <a:extLst>
              <a:ext uri="{FF2B5EF4-FFF2-40B4-BE49-F238E27FC236}">
                <a16:creationId xmlns:a16="http://schemas.microsoft.com/office/drawing/2014/main" id="{DCF0B941-BEF2-407D-91EE-D93A70060E88}"/>
              </a:ext>
            </a:extLst>
          </p:cNvPr>
          <p:cNvGrpSpPr>
            <a:grpSpLocks/>
          </p:cNvGrpSpPr>
          <p:nvPr/>
        </p:nvGrpSpPr>
        <p:grpSpPr bwMode="auto">
          <a:xfrm>
            <a:off x="4114800" y="3733800"/>
            <a:ext cx="304800" cy="304800"/>
            <a:chOff x="4272" y="2400"/>
            <a:chExt cx="192" cy="192"/>
          </a:xfrm>
        </p:grpSpPr>
        <p:sp>
          <p:nvSpPr>
            <p:cNvPr id="183401" name="Rectangle 105">
              <a:extLst>
                <a:ext uri="{FF2B5EF4-FFF2-40B4-BE49-F238E27FC236}">
                  <a16:creationId xmlns:a16="http://schemas.microsoft.com/office/drawing/2014/main" id="{94CA6347-9064-4866-970F-7E13AADB42F2}"/>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 </a:t>
              </a:r>
            </a:p>
          </p:txBody>
        </p:sp>
        <p:grpSp>
          <p:nvGrpSpPr>
            <p:cNvPr id="27777" name="Group 106">
              <a:extLst>
                <a:ext uri="{FF2B5EF4-FFF2-40B4-BE49-F238E27FC236}">
                  <a16:creationId xmlns:a16="http://schemas.microsoft.com/office/drawing/2014/main" id="{CCAB6665-654C-47E6-A5EC-1C3931ABD373}"/>
                </a:ext>
              </a:extLst>
            </p:cNvPr>
            <p:cNvGrpSpPr>
              <a:grpSpLocks/>
            </p:cNvGrpSpPr>
            <p:nvPr/>
          </p:nvGrpSpPr>
          <p:grpSpPr bwMode="auto">
            <a:xfrm>
              <a:off x="4272" y="2400"/>
              <a:ext cx="192" cy="192"/>
              <a:chOff x="4414" y="2400"/>
              <a:chExt cx="192" cy="192"/>
            </a:xfrm>
          </p:grpSpPr>
          <p:sp>
            <p:nvSpPr>
              <p:cNvPr id="183403" name="Line 107">
                <a:extLst>
                  <a:ext uri="{FF2B5EF4-FFF2-40B4-BE49-F238E27FC236}">
                    <a16:creationId xmlns:a16="http://schemas.microsoft.com/office/drawing/2014/main" id="{3FD696E1-6999-40F2-AFE7-B3021D99472B}"/>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04" name="Line 108">
                <a:extLst>
                  <a:ext uri="{FF2B5EF4-FFF2-40B4-BE49-F238E27FC236}">
                    <a16:creationId xmlns:a16="http://schemas.microsoft.com/office/drawing/2014/main" id="{5CE35473-4D1F-4EF4-B5BC-1CA97CB3175F}"/>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05" name="Line 109">
                <a:extLst>
                  <a:ext uri="{FF2B5EF4-FFF2-40B4-BE49-F238E27FC236}">
                    <a16:creationId xmlns:a16="http://schemas.microsoft.com/office/drawing/2014/main" id="{8E0F3E6E-EAAE-4FAA-9614-826C236F8472}"/>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06" name="Line 110">
                <a:extLst>
                  <a:ext uri="{FF2B5EF4-FFF2-40B4-BE49-F238E27FC236}">
                    <a16:creationId xmlns:a16="http://schemas.microsoft.com/office/drawing/2014/main" id="{DCF4CC45-A97E-4BCB-A005-78700C8DDBD1}"/>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07" name="Line 111">
                <a:extLst>
                  <a:ext uri="{FF2B5EF4-FFF2-40B4-BE49-F238E27FC236}">
                    <a16:creationId xmlns:a16="http://schemas.microsoft.com/office/drawing/2014/main" id="{8B9AED4D-9587-42B9-950A-2FF989BE8F1D}"/>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08" name="Line 112">
                <a:extLst>
                  <a:ext uri="{FF2B5EF4-FFF2-40B4-BE49-F238E27FC236}">
                    <a16:creationId xmlns:a16="http://schemas.microsoft.com/office/drawing/2014/main" id="{7DD3C459-C6FF-4120-A5FA-C8156564363C}"/>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09" name="Line 113">
                <a:extLst>
                  <a:ext uri="{FF2B5EF4-FFF2-40B4-BE49-F238E27FC236}">
                    <a16:creationId xmlns:a16="http://schemas.microsoft.com/office/drawing/2014/main" id="{B1162A34-218A-4624-B7D6-FC7289CD3726}"/>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10" name="Line 114">
                <a:extLst>
                  <a:ext uri="{FF2B5EF4-FFF2-40B4-BE49-F238E27FC236}">
                    <a16:creationId xmlns:a16="http://schemas.microsoft.com/office/drawing/2014/main" id="{E0CD519B-1BF0-4927-ACE3-0DAA83E4D9D5}"/>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8" name="Group 115">
            <a:extLst>
              <a:ext uri="{FF2B5EF4-FFF2-40B4-BE49-F238E27FC236}">
                <a16:creationId xmlns:a16="http://schemas.microsoft.com/office/drawing/2014/main" id="{6CEF11BB-52C2-41E8-90A0-72EB66759966}"/>
              </a:ext>
            </a:extLst>
          </p:cNvPr>
          <p:cNvGrpSpPr>
            <a:grpSpLocks/>
          </p:cNvGrpSpPr>
          <p:nvPr/>
        </p:nvGrpSpPr>
        <p:grpSpPr bwMode="auto">
          <a:xfrm>
            <a:off x="4419600" y="3733800"/>
            <a:ext cx="304800" cy="304800"/>
            <a:chOff x="4272" y="2400"/>
            <a:chExt cx="192" cy="192"/>
          </a:xfrm>
        </p:grpSpPr>
        <p:sp>
          <p:nvSpPr>
            <p:cNvPr id="183412" name="Rectangle 116">
              <a:extLst>
                <a:ext uri="{FF2B5EF4-FFF2-40B4-BE49-F238E27FC236}">
                  <a16:creationId xmlns:a16="http://schemas.microsoft.com/office/drawing/2014/main" id="{63520535-E2D1-41EA-94BE-A60880671565}"/>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 </a:t>
              </a:r>
            </a:p>
          </p:txBody>
        </p:sp>
        <p:grpSp>
          <p:nvGrpSpPr>
            <p:cNvPr id="27767" name="Group 117">
              <a:extLst>
                <a:ext uri="{FF2B5EF4-FFF2-40B4-BE49-F238E27FC236}">
                  <a16:creationId xmlns:a16="http://schemas.microsoft.com/office/drawing/2014/main" id="{38178763-7610-4FCA-94B7-AAA704338250}"/>
                </a:ext>
              </a:extLst>
            </p:cNvPr>
            <p:cNvGrpSpPr>
              <a:grpSpLocks/>
            </p:cNvGrpSpPr>
            <p:nvPr/>
          </p:nvGrpSpPr>
          <p:grpSpPr bwMode="auto">
            <a:xfrm>
              <a:off x="4272" y="2400"/>
              <a:ext cx="192" cy="192"/>
              <a:chOff x="4414" y="2400"/>
              <a:chExt cx="192" cy="192"/>
            </a:xfrm>
          </p:grpSpPr>
          <p:sp>
            <p:nvSpPr>
              <p:cNvPr id="183414" name="Line 118">
                <a:extLst>
                  <a:ext uri="{FF2B5EF4-FFF2-40B4-BE49-F238E27FC236}">
                    <a16:creationId xmlns:a16="http://schemas.microsoft.com/office/drawing/2014/main" id="{94296A73-3044-4221-A028-5413E5AFDDDD}"/>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15" name="Line 119">
                <a:extLst>
                  <a:ext uri="{FF2B5EF4-FFF2-40B4-BE49-F238E27FC236}">
                    <a16:creationId xmlns:a16="http://schemas.microsoft.com/office/drawing/2014/main" id="{BEA586AC-A574-4613-9099-73455BAB43EA}"/>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16" name="Line 120">
                <a:extLst>
                  <a:ext uri="{FF2B5EF4-FFF2-40B4-BE49-F238E27FC236}">
                    <a16:creationId xmlns:a16="http://schemas.microsoft.com/office/drawing/2014/main" id="{635D89C5-2830-4F9F-9F22-F61E560CDE17}"/>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17" name="Line 121">
                <a:extLst>
                  <a:ext uri="{FF2B5EF4-FFF2-40B4-BE49-F238E27FC236}">
                    <a16:creationId xmlns:a16="http://schemas.microsoft.com/office/drawing/2014/main" id="{6D4CC515-2D13-4158-A910-16629DC4945E}"/>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18" name="Line 122">
                <a:extLst>
                  <a:ext uri="{FF2B5EF4-FFF2-40B4-BE49-F238E27FC236}">
                    <a16:creationId xmlns:a16="http://schemas.microsoft.com/office/drawing/2014/main" id="{2014F42D-863D-427A-BAE9-81B9ABB07F93}"/>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19" name="Line 123">
                <a:extLst>
                  <a:ext uri="{FF2B5EF4-FFF2-40B4-BE49-F238E27FC236}">
                    <a16:creationId xmlns:a16="http://schemas.microsoft.com/office/drawing/2014/main" id="{FF68D820-A2A9-4B2C-A58C-85448479CA45}"/>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20" name="Line 124">
                <a:extLst>
                  <a:ext uri="{FF2B5EF4-FFF2-40B4-BE49-F238E27FC236}">
                    <a16:creationId xmlns:a16="http://schemas.microsoft.com/office/drawing/2014/main" id="{38B9DA36-16D0-44C6-ACE6-7773F207F4AB}"/>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21" name="Line 125">
                <a:extLst>
                  <a:ext uri="{FF2B5EF4-FFF2-40B4-BE49-F238E27FC236}">
                    <a16:creationId xmlns:a16="http://schemas.microsoft.com/office/drawing/2014/main" id="{6B76079F-5069-40DE-9665-A94556224C7D}"/>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89" name="Group 126">
            <a:extLst>
              <a:ext uri="{FF2B5EF4-FFF2-40B4-BE49-F238E27FC236}">
                <a16:creationId xmlns:a16="http://schemas.microsoft.com/office/drawing/2014/main" id="{248A9DF5-1769-4946-B1BE-6AE499B49A82}"/>
              </a:ext>
            </a:extLst>
          </p:cNvPr>
          <p:cNvGrpSpPr>
            <a:grpSpLocks/>
          </p:cNvGrpSpPr>
          <p:nvPr/>
        </p:nvGrpSpPr>
        <p:grpSpPr bwMode="auto">
          <a:xfrm>
            <a:off x="6324600" y="3733800"/>
            <a:ext cx="304800" cy="304800"/>
            <a:chOff x="4272" y="2400"/>
            <a:chExt cx="192" cy="192"/>
          </a:xfrm>
        </p:grpSpPr>
        <p:sp>
          <p:nvSpPr>
            <p:cNvPr id="183423" name="Rectangle 127">
              <a:extLst>
                <a:ext uri="{FF2B5EF4-FFF2-40B4-BE49-F238E27FC236}">
                  <a16:creationId xmlns:a16="http://schemas.microsoft.com/office/drawing/2014/main" id="{4680F94C-C9FC-4FEE-AEE7-70F385903803}"/>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15</a:t>
              </a:r>
            </a:p>
          </p:txBody>
        </p:sp>
        <p:grpSp>
          <p:nvGrpSpPr>
            <p:cNvPr id="27757" name="Group 128">
              <a:extLst>
                <a:ext uri="{FF2B5EF4-FFF2-40B4-BE49-F238E27FC236}">
                  <a16:creationId xmlns:a16="http://schemas.microsoft.com/office/drawing/2014/main" id="{BC247CEA-2310-4E51-B7C0-A1B70C6EB8F1}"/>
                </a:ext>
              </a:extLst>
            </p:cNvPr>
            <p:cNvGrpSpPr>
              <a:grpSpLocks/>
            </p:cNvGrpSpPr>
            <p:nvPr/>
          </p:nvGrpSpPr>
          <p:grpSpPr bwMode="auto">
            <a:xfrm>
              <a:off x="4272" y="2400"/>
              <a:ext cx="192" cy="192"/>
              <a:chOff x="4414" y="2400"/>
              <a:chExt cx="192" cy="192"/>
            </a:xfrm>
          </p:grpSpPr>
          <p:sp>
            <p:nvSpPr>
              <p:cNvPr id="183425" name="Line 129">
                <a:extLst>
                  <a:ext uri="{FF2B5EF4-FFF2-40B4-BE49-F238E27FC236}">
                    <a16:creationId xmlns:a16="http://schemas.microsoft.com/office/drawing/2014/main" id="{AB60B4F9-FC7A-4F62-8B5C-F1A3F56FA018}"/>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26" name="Line 130">
                <a:extLst>
                  <a:ext uri="{FF2B5EF4-FFF2-40B4-BE49-F238E27FC236}">
                    <a16:creationId xmlns:a16="http://schemas.microsoft.com/office/drawing/2014/main" id="{7ADB4FDB-0D51-4157-B02E-202B878628AA}"/>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27" name="Line 131">
                <a:extLst>
                  <a:ext uri="{FF2B5EF4-FFF2-40B4-BE49-F238E27FC236}">
                    <a16:creationId xmlns:a16="http://schemas.microsoft.com/office/drawing/2014/main" id="{127C8F1D-E671-492D-8537-DD2AEBAAE414}"/>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28" name="Line 132">
                <a:extLst>
                  <a:ext uri="{FF2B5EF4-FFF2-40B4-BE49-F238E27FC236}">
                    <a16:creationId xmlns:a16="http://schemas.microsoft.com/office/drawing/2014/main" id="{42FB4548-66A3-475B-BEC6-BF429F1C9698}"/>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29" name="Line 133">
                <a:extLst>
                  <a:ext uri="{FF2B5EF4-FFF2-40B4-BE49-F238E27FC236}">
                    <a16:creationId xmlns:a16="http://schemas.microsoft.com/office/drawing/2014/main" id="{EE10888B-ED52-4406-B069-D0C2A5198796}"/>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30" name="Line 134">
                <a:extLst>
                  <a:ext uri="{FF2B5EF4-FFF2-40B4-BE49-F238E27FC236}">
                    <a16:creationId xmlns:a16="http://schemas.microsoft.com/office/drawing/2014/main" id="{648461F2-C950-441F-A367-F36B383C6C6F}"/>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31" name="Line 135">
                <a:extLst>
                  <a:ext uri="{FF2B5EF4-FFF2-40B4-BE49-F238E27FC236}">
                    <a16:creationId xmlns:a16="http://schemas.microsoft.com/office/drawing/2014/main" id="{21F9B223-0AD6-41E1-8D3E-6C000B0C181C}"/>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32" name="Line 136">
                <a:extLst>
                  <a:ext uri="{FF2B5EF4-FFF2-40B4-BE49-F238E27FC236}">
                    <a16:creationId xmlns:a16="http://schemas.microsoft.com/office/drawing/2014/main" id="{D068B06A-AF37-4BDE-81BD-3E535C9E5099}"/>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90" name="Group 137">
            <a:extLst>
              <a:ext uri="{FF2B5EF4-FFF2-40B4-BE49-F238E27FC236}">
                <a16:creationId xmlns:a16="http://schemas.microsoft.com/office/drawing/2014/main" id="{9500A6CD-1F0C-4ADF-ACE4-2C29FA24C9F2}"/>
              </a:ext>
            </a:extLst>
          </p:cNvPr>
          <p:cNvGrpSpPr>
            <a:grpSpLocks/>
          </p:cNvGrpSpPr>
          <p:nvPr/>
        </p:nvGrpSpPr>
        <p:grpSpPr bwMode="auto">
          <a:xfrm>
            <a:off x="6629400" y="3733800"/>
            <a:ext cx="304800" cy="304800"/>
            <a:chOff x="4272" y="2400"/>
            <a:chExt cx="192" cy="192"/>
          </a:xfrm>
        </p:grpSpPr>
        <p:sp>
          <p:nvSpPr>
            <p:cNvPr id="183434" name="Rectangle 138">
              <a:extLst>
                <a:ext uri="{FF2B5EF4-FFF2-40B4-BE49-F238E27FC236}">
                  <a16:creationId xmlns:a16="http://schemas.microsoft.com/office/drawing/2014/main" id="{A896D25E-8916-43DC-8DF0-14B363BB718D}"/>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20</a:t>
              </a:r>
            </a:p>
          </p:txBody>
        </p:sp>
        <p:grpSp>
          <p:nvGrpSpPr>
            <p:cNvPr id="27747" name="Group 139">
              <a:extLst>
                <a:ext uri="{FF2B5EF4-FFF2-40B4-BE49-F238E27FC236}">
                  <a16:creationId xmlns:a16="http://schemas.microsoft.com/office/drawing/2014/main" id="{3EE0B0C6-2CF7-49E8-A217-A16E0C2E6326}"/>
                </a:ext>
              </a:extLst>
            </p:cNvPr>
            <p:cNvGrpSpPr>
              <a:grpSpLocks/>
            </p:cNvGrpSpPr>
            <p:nvPr/>
          </p:nvGrpSpPr>
          <p:grpSpPr bwMode="auto">
            <a:xfrm>
              <a:off x="4272" y="2400"/>
              <a:ext cx="192" cy="192"/>
              <a:chOff x="4414" y="2400"/>
              <a:chExt cx="192" cy="192"/>
            </a:xfrm>
          </p:grpSpPr>
          <p:sp>
            <p:nvSpPr>
              <p:cNvPr id="183436" name="Line 140">
                <a:extLst>
                  <a:ext uri="{FF2B5EF4-FFF2-40B4-BE49-F238E27FC236}">
                    <a16:creationId xmlns:a16="http://schemas.microsoft.com/office/drawing/2014/main" id="{130937F8-3EC5-43E5-8795-7EE65677BE4B}"/>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37" name="Line 141">
                <a:extLst>
                  <a:ext uri="{FF2B5EF4-FFF2-40B4-BE49-F238E27FC236}">
                    <a16:creationId xmlns:a16="http://schemas.microsoft.com/office/drawing/2014/main" id="{8CBB7359-9A50-4736-A75E-1CE2D5A6C5E2}"/>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38" name="Line 142">
                <a:extLst>
                  <a:ext uri="{FF2B5EF4-FFF2-40B4-BE49-F238E27FC236}">
                    <a16:creationId xmlns:a16="http://schemas.microsoft.com/office/drawing/2014/main" id="{6FC57EB2-D968-42AD-BF17-8314FD406B9C}"/>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39" name="Line 143">
                <a:extLst>
                  <a:ext uri="{FF2B5EF4-FFF2-40B4-BE49-F238E27FC236}">
                    <a16:creationId xmlns:a16="http://schemas.microsoft.com/office/drawing/2014/main" id="{2692BA96-A13A-4573-A0F0-2680F98C21A6}"/>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40" name="Line 144">
                <a:extLst>
                  <a:ext uri="{FF2B5EF4-FFF2-40B4-BE49-F238E27FC236}">
                    <a16:creationId xmlns:a16="http://schemas.microsoft.com/office/drawing/2014/main" id="{74F0DD0A-CEA8-4517-99FD-226E82DA9248}"/>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41" name="Line 145">
                <a:extLst>
                  <a:ext uri="{FF2B5EF4-FFF2-40B4-BE49-F238E27FC236}">
                    <a16:creationId xmlns:a16="http://schemas.microsoft.com/office/drawing/2014/main" id="{EB434D78-7D39-4D6E-BFBF-B634734DB1C7}"/>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42" name="Line 146">
                <a:extLst>
                  <a:ext uri="{FF2B5EF4-FFF2-40B4-BE49-F238E27FC236}">
                    <a16:creationId xmlns:a16="http://schemas.microsoft.com/office/drawing/2014/main" id="{609B458B-DD1F-4666-A66E-4500AEABDA2B}"/>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43" name="Line 147">
                <a:extLst>
                  <a:ext uri="{FF2B5EF4-FFF2-40B4-BE49-F238E27FC236}">
                    <a16:creationId xmlns:a16="http://schemas.microsoft.com/office/drawing/2014/main" id="{7F5D9542-D1A3-4FC0-920E-BD15D2F66C78}"/>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91" name="Group 148">
            <a:extLst>
              <a:ext uri="{FF2B5EF4-FFF2-40B4-BE49-F238E27FC236}">
                <a16:creationId xmlns:a16="http://schemas.microsoft.com/office/drawing/2014/main" id="{5E0AAF12-73E4-42FA-A688-6F381ED7BDFE}"/>
              </a:ext>
            </a:extLst>
          </p:cNvPr>
          <p:cNvGrpSpPr>
            <a:grpSpLocks/>
          </p:cNvGrpSpPr>
          <p:nvPr/>
        </p:nvGrpSpPr>
        <p:grpSpPr bwMode="auto">
          <a:xfrm>
            <a:off x="6934200" y="3733800"/>
            <a:ext cx="304800" cy="304800"/>
            <a:chOff x="4272" y="2400"/>
            <a:chExt cx="192" cy="192"/>
          </a:xfrm>
        </p:grpSpPr>
        <p:sp>
          <p:nvSpPr>
            <p:cNvPr id="183445" name="Rectangle 149">
              <a:extLst>
                <a:ext uri="{FF2B5EF4-FFF2-40B4-BE49-F238E27FC236}">
                  <a16:creationId xmlns:a16="http://schemas.microsoft.com/office/drawing/2014/main" id="{DBD769B4-245F-4B4C-B7BE-A1B417C23CCE}"/>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30</a:t>
              </a:r>
            </a:p>
          </p:txBody>
        </p:sp>
        <p:grpSp>
          <p:nvGrpSpPr>
            <p:cNvPr id="27737" name="Group 150">
              <a:extLst>
                <a:ext uri="{FF2B5EF4-FFF2-40B4-BE49-F238E27FC236}">
                  <a16:creationId xmlns:a16="http://schemas.microsoft.com/office/drawing/2014/main" id="{2370760F-5746-4B95-AA0E-BA4F42A12445}"/>
                </a:ext>
              </a:extLst>
            </p:cNvPr>
            <p:cNvGrpSpPr>
              <a:grpSpLocks/>
            </p:cNvGrpSpPr>
            <p:nvPr/>
          </p:nvGrpSpPr>
          <p:grpSpPr bwMode="auto">
            <a:xfrm>
              <a:off x="4272" y="2400"/>
              <a:ext cx="192" cy="192"/>
              <a:chOff x="4414" y="2400"/>
              <a:chExt cx="192" cy="192"/>
            </a:xfrm>
          </p:grpSpPr>
          <p:sp>
            <p:nvSpPr>
              <p:cNvPr id="183447" name="Line 151">
                <a:extLst>
                  <a:ext uri="{FF2B5EF4-FFF2-40B4-BE49-F238E27FC236}">
                    <a16:creationId xmlns:a16="http://schemas.microsoft.com/office/drawing/2014/main" id="{11D8B9B2-6F67-48FC-BCC0-4DDF26095516}"/>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48" name="Line 152">
                <a:extLst>
                  <a:ext uri="{FF2B5EF4-FFF2-40B4-BE49-F238E27FC236}">
                    <a16:creationId xmlns:a16="http://schemas.microsoft.com/office/drawing/2014/main" id="{BB068F8A-5976-4384-8AD0-1FF48F617291}"/>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49" name="Line 153">
                <a:extLst>
                  <a:ext uri="{FF2B5EF4-FFF2-40B4-BE49-F238E27FC236}">
                    <a16:creationId xmlns:a16="http://schemas.microsoft.com/office/drawing/2014/main" id="{BC93E512-255D-4E75-9A22-12236EB81F40}"/>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50" name="Line 154">
                <a:extLst>
                  <a:ext uri="{FF2B5EF4-FFF2-40B4-BE49-F238E27FC236}">
                    <a16:creationId xmlns:a16="http://schemas.microsoft.com/office/drawing/2014/main" id="{4087F5E2-04CF-4756-8364-A2BECB88F328}"/>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51" name="Line 155">
                <a:extLst>
                  <a:ext uri="{FF2B5EF4-FFF2-40B4-BE49-F238E27FC236}">
                    <a16:creationId xmlns:a16="http://schemas.microsoft.com/office/drawing/2014/main" id="{90D0266F-6421-48FE-A8D7-74E7B124F5A4}"/>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52" name="Line 156">
                <a:extLst>
                  <a:ext uri="{FF2B5EF4-FFF2-40B4-BE49-F238E27FC236}">
                    <a16:creationId xmlns:a16="http://schemas.microsoft.com/office/drawing/2014/main" id="{1DF721C6-8052-4F7C-9D67-95E2169F41C8}"/>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53" name="Line 157">
                <a:extLst>
                  <a:ext uri="{FF2B5EF4-FFF2-40B4-BE49-F238E27FC236}">
                    <a16:creationId xmlns:a16="http://schemas.microsoft.com/office/drawing/2014/main" id="{E05C08F4-A077-4A08-8D2E-82EC5BE082CF}"/>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54" name="Line 158">
                <a:extLst>
                  <a:ext uri="{FF2B5EF4-FFF2-40B4-BE49-F238E27FC236}">
                    <a16:creationId xmlns:a16="http://schemas.microsoft.com/office/drawing/2014/main" id="{27FBE60B-B747-4344-885F-4BB438E23BE6}"/>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92" name="Group 159">
            <a:extLst>
              <a:ext uri="{FF2B5EF4-FFF2-40B4-BE49-F238E27FC236}">
                <a16:creationId xmlns:a16="http://schemas.microsoft.com/office/drawing/2014/main" id="{D0911127-0BF6-4BC0-A4A2-F10E6A66D300}"/>
              </a:ext>
            </a:extLst>
          </p:cNvPr>
          <p:cNvGrpSpPr>
            <a:grpSpLocks/>
          </p:cNvGrpSpPr>
          <p:nvPr/>
        </p:nvGrpSpPr>
        <p:grpSpPr bwMode="auto">
          <a:xfrm>
            <a:off x="8991600" y="3733800"/>
            <a:ext cx="304800" cy="304800"/>
            <a:chOff x="4272" y="2400"/>
            <a:chExt cx="192" cy="192"/>
          </a:xfrm>
        </p:grpSpPr>
        <p:sp>
          <p:nvSpPr>
            <p:cNvPr id="183456" name="Rectangle 160">
              <a:extLst>
                <a:ext uri="{FF2B5EF4-FFF2-40B4-BE49-F238E27FC236}">
                  <a16:creationId xmlns:a16="http://schemas.microsoft.com/office/drawing/2014/main" id="{3900ACFD-5FCD-48D3-8D83-A9DF8A6E3CEA}"/>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50</a:t>
              </a:r>
            </a:p>
          </p:txBody>
        </p:sp>
        <p:grpSp>
          <p:nvGrpSpPr>
            <p:cNvPr id="27727" name="Group 161">
              <a:extLst>
                <a:ext uri="{FF2B5EF4-FFF2-40B4-BE49-F238E27FC236}">
                  <a16:creationId xmlns:a16="http://schemas.microsoft.com/office/drawing/2014/main" id="{8CE7B7B6-35F9-4E3B-83B5-142622EC1D66}"/>
                </a:ext>
              </a:extLst>
            </p:cNvPr>
            <p:cNvGrpSpPr>
              <a:grpSpLocks/>
            </p:cNvGrpSpPr>
            <p:nvPr/>
          </p:nvGrpSpPr>
          <p:grpSpPr bwMode="auto">
            <a:xfrm>
              <a:off x="4272" y="2400"/>
              <a:ext cx="192" cy="192"/>
              <a:chOff x="4414" y="2400"/>
              <a:chExt cx="192" cy="192"/>
            </a:xfrm>
          </p:grpSpPr>
          <p:sp>
            <p:nvSpPr>
              <p:cNvPr id="183458" name="Line 162">
                <a:extLst>
                  <a:ext uri="{FF2B5EF4-FFF2-40B4-BE49-F238E27FC236}">
                    <a16:creationId xmlns:a16="http://schemas.microsoft.com/office/drawing/2014/main" id="{E4757C33-CF84-4853-B308-05996442DB02}"/>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59" name="Line 163">
                <a:extLst>
                  <a:ext uri="{FF2B5EF4-FFF2-40B4-BE49-F238E27FC236}">
                    <a16:creationId xmlns:a16="http://schemas.microsoft.com/office/drawing/2014/main" id="{464E3255-BE2C-4B6C-A73D-D9A02F9340AB}"/>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60" name="Line 164">
                <a:extLst>
                  <a:ext uri="{FF2B5EF4-FFF2-40B4-BE49-F238E27FC236}">
                    <a16:creationId xmlns:a16="http://schemas.microsoft.com/office/drawing/2014/main" id="{17E9D026-4586-4ECB-A055-BEF8130EDFFD}"/>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61" name="Line 165">
                <a:extLst>
                  <a:ext uri="{FF2B5EF4-FFF2-40B4-BE49-F238E27FC236}">
                    <a16:creationId xmlns:a16="http://schemas.microsoft.com/office/drawing/2014/main" id="{9CD7154A-CE8F-404E-9F31-582D9A9F2719}"/>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62" name="Line 166">
                <a:extLst>
                  <a:ext uri="{FF2B5EF4-FFF2-40B4-BE49-F238E27FC236}">
                    <a16:creationId xmlns:a16="http://schemas.microsoft.com/office/drawing/2014/main" id="{0C397128-F86A-4950-8EC8-129DE76C4CC7}"/>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63" name="Line 167">
                <a:extLst>
                  <a:ext uri="{FF2B5EF4-FFF2-40B4-BE49-F238E27FC236}">
                    <a16:creationId xmlns:a16="http://schemas.microsoft.com/office/drawing/2014/main" id="{44409BB0-FB04-42F0-9725-16D7AF5E1F71}"/>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64" name="Line 168">
                <a:extLst>
                  <a:ext uri="{FF2B5EF4-FFF2-40B4-BE49-F238E27FC236}">
                    <a16:creationId xmlns:a16="http://schemas.microsoft.com/office/drawing/2014/main" id="{925BF19B-8C98-4CC9-AE17-E1693B4066BC}"/>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65" name="Line 169">
                <a:extLst>
                  <a:ext uri="{FF2B5EF4-FFF2-40B4-BE49-F238E27FC236}">
                    <a16:creationId xmlns:a16="http://schemas.microsoft.com/office/drawing/2014/main" id="{04EBDA12-F3BC-4512-8251-2A83E30A1D4A}"/>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93" name="Group 170">
            <a:extLst>
              <a:ext uri="{FF2B5EF4-FFF2-40B4-BE49-F238E27FC236}">
                <a16:creationId xmlns:a16="http://schemas.microsoft.com/office/drawing/2014/main" id="{C8E72571-A0C1-4C70-BF18-40968831C674}"/>
              </a:ext>
            </a:extLst>
          </p:cNvPr>
          <p:cNvGrpSpPr>
            <a:grpSpLocks/>
          </p:cNvGrpSpPr>
          <p:nvPr/>
        </p:nvGrpSpPr>
        <p:grpSpPr bwMode="auto">
          <a:xfrm>
            <a:off x="9296400" y="3733800"/>
            <a:ext cx="304800" cy="304800"/>
            <a:chOff x="4272" y="2400"/>
            <a:chExt cx="192" cy="192"/>
          </a:xfrm>
        </p:grpSpPr>
        <p:sp>
          <p:nvSpPr>
            <p:cNvPr id="183467" name="Rectangle 171">
              <a:extLst>
                <a:ext uri="{FF2B5EF4-FFF2-40B4-BE49-F238E27FC236}">
                  <a16:creationId xmlns:a16="http://schemas.microsoft.com/office/drawing/2014/main" id="{79B74153-DCBC-495A-B615-4E1D1A5EF176}"/>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 </a:t>
              </a:r>
            </a:p>
          </p:txBody>
        </p:sp>
        <p:grpSp>
          <p:nvGrpSpPr>
            <p:cNvPr id="27717" name="Group 172">
              <a:extLst>
                <a:ext uri="{FF2B5EF4-FFF2-40B4-BE49-F238E27FC236}">
                  <a16:creationId xmlns:a16="http://schemas.microsoft.com/office/drawing/2014/main" id="{E1C4452D-02A1-4EF0-B75E-70212D26ADBB}"/>
                </a:ext>
              </a:extLst>
            </p:cNvPr>
            <p:cNvGrpSpPr>
              <a:grpSpLocks/>
            </p:cNvGrpSpPr>
            <p:nvPr/>
          </p:nvGrpSpPr>
          <p:grpSpPr bwMode="auto">
            <a:xfrm>
              <a:off x="4272" y="2400"/>
              <a:ext cx="192" cy="192"/>
              <a:chOff x="4414" y="2400"/>
              <a:chExt cx="192" cy="192"/>
            </a:xfrm>
          </p:grpSpPr>
          <p:sp>
            <p:nvSpPr>
              <p:cNvPr id="183469" name="Line 173">
                <a:extLst>
                  <a:ext uri="{FF2B5EF4-FFF2-40B4-BE49-F238E27FC236}">
                    <a16:creationId xmlns:a16="http://schemas.microsoft.com/office/drawing/2014/main" id="{F873C2C7-2FFE-4043-A36A-D3FB529AF4AE}"/>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70" name="Line 174">
                <a:extLst>
                  <a:ext uri="{FF2B5EF4-FFF2-40B4-BE49-F238E27FC236}">
                    <a16:creationId xmlns:a16="http://schemas.microsoft.com/office/drawing/2014/main" id="{AAB3DC7A-ECD6-4704-8D34-061B5919B77F}"/>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71" name="Line 175">
                <a:extLst>
                  <a:ext uri="{FF2B5EF4-FFF2-40B4-BE49-F238E27FC236}">
                    <a16:creationId xmlns:a16="http://schemas.microsoft.com/office/drawing/2014/main" id="{542CAD2A-B8B4-4234-8BA9-D453114A3210}"/>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72" name="Line 176">
                <a:extLst>
                  <a:ext uri="{FF2B5EF4-FFF2-40B4-BE49-F238E27FC236}">
                    <a16:creationId xmlns:a16="http://schemas.microsoft.com/office/drawing/2014/main" id="{EAD106B4-435F-46BF-A0D1-9A3058B4F4F0}"/>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73" name="Line 177">
                <a:extLst>
                  <a:ext uri="{FF2B5EF4-FFF2-40B4-BE49-F238E27FC236}">
                    <a16:creationId xmlns:a16="http://schemas.microsoft.com/office/drawing/2014/main" id="{06FA5164-398F-4CF2-BEEC-53C6EE2EF572}"/>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74" name="Line 178">
                <a:extLst>
                  <a:ext uri="{FF2B5EF4-FFF2-40B4-BE49-F238E27FC236}">
                    <a16:creationId xmlns:a16="http://schemas.microsoft.com/office/drawing/2014/main" id="{C9CBAD20-E086-4FB0-9211-AFB0237A8B0D}"/>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75" name="Line 179">
                <a:extLst>
                  <a:ext uri="{FF2B5EF4-FFF2-40B4-BE49-F238E27FC236}">
                    <a16:creationId xmlns:a16="http://schemas.microsoft.com/office/drawing/2014/main" id="{AF1B75EE-5467-432C-92F5-4668181FD114}"/>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76" name="Line 180">
                <a:extLst>
                  <a:ext uri="{FF2B5EF4-FFF2-40B4-BE49-F238E27FC236}">
                    <a16:creationId xmlns:a16="http://schemas.microsoft.com/office/drawing/2014/main" id="{28BDC987-9718-43A6-8DA2-0472EE1D53DF}"/>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grpSp>
        <p:nvGrpSpPr>
          <p:cNvPr id="27694" name="Group 181">
            <a:extLst>
              <a:ext uri="{FF2B5EF4-FFF2-40B4-BE49-F238E27FC236}">
                <a16:creationId xmlns:a16="http://schemas.microsoft.com/office/drawing/2014/main" id="{E18BCC91-26DD-4804-AA96-EE72FD982474}"/>
              </a:ext>
            </a:extLst>
          </p:cNvPr>
          <p:cNvGrpSpPr>
            <a:grpSpLocks/>
          </p:cNvGrpSpPr>
          <p:nvPr/>
        </p:nvGrpSpPr>
        <p:grpSpPr bwMode="auto">
          <a:xfrm>
            <a:off x="9601200" y="3733800"/>
            <a:ext cx="304800" cy="304800"/>
            <a:chOff x="4272" y="2400"/>
            <a:chExt cx="192" cy="192"/>
          </a:xfrm>
        </p:grpSpPr>
        <p:sp>
          <p:nvSpPr>
            <p:cNvPr id="183478" name="Rectangle 182">
              <a:extLst>
                <a:ext uri="{FF2B5EF4-FFF2-40B4-BE49-F238E27FC236}">
                  <a16:creationId xmlns:a16="http://schemas.microsoft.com/office/drawing/2014/main" id="{62113FEA-FA73-4302-B68F-143790754BA5}"/>
                </a:ext>
              </a:extLst>
            </p:cNvPr>
            <p:cNvSpPr>
              <a:spLocks noChangeArrowheads="1"/>
            </p:cNvSpPr>
            <p:nvPr/>
          </p:nvSpPr>
          <p:spPr bwMode="auto">
            <a:xfrm>
              <a:off x="4272" y="2400"/>
              <a:ext cx="192" cy="19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latin typeface="Arial" charset="0"/>
                  <a:ea typeface="ＭＳ Ｐゴシック" charset="0"/>
                </a:rPr>
                <a:t> </a:t>
              </a:r>
            </a:p>
          </p:txBody>
        </p:sp>
        <p:grpSp>
          <p:nvGrpSpPr>
            <p:cNvPr id="27707" name="Group 183">
              <a:extLst>
                <a:ext uri="{FF2B5EF4-FFF2-40B4-BE49-F238E27FC236}">
                  <a16:creationId xmlns:a16="http://schemas.microsoft.com/office/drawing/2014/main" id="{EED2AC9E-ABF8-49E1-974F-B04B20494840}"/>
                </a:ext>
              </a:extLst>
            </p:cNvPr>
            <p:cNvGrpSpPr>
              <a:grpSpLocks/>
            </p:cNvGrpSpPr>
            <p:nvPr/>
          </p:nvGrpSpPr>
          <p:grpSpPr bwMode="auto">
            <a:xfrm>
              <a:off x="4272" y="2400"/>
              <a:ext cx="192" cy="192"/>
              <a:chOff x="4414" y="2400"/>
              <a:chExt cx="192" cy="192"/>
            </a:xfrm>
          </p:grpSpPr>
          <p:sp>
            <p:nvSpPr>
              <p:cNvPr id="183480" name="Line 184">
                <a:extLst>
                  <a:ext uri="{FF2B5EF4-FFF2-40B4-BE49-F238E27FC236}">
                    <a16:creationId xmlns:a16="http://schemas.microsoft.com/office/drawing/2014/main" id="{D7E3C989-52C7-4ADC-8B16-54CB7BF5BD65}"/>
                  </a:ext>
                </a:extLst>
              </p:cNvPr>
              <p:cNvSpPr>
                <a:spLocks noChangeShapeType="1"/>
              </p:cNvSpPr>
              <p:nvPr/>
            </p:nvSpPr>
            <p:spPr bwMode="auto">
              <a:xfrm>
                <a:off x="4414"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81" name="Line 185">
                <a:extLst>
                  <a:ext uri="{FF2B5EF4-FFF2-40B4-BE49-F238E27FC236}">
                    <a16:creationId xmlns:a16="http://schemas.microsoft.com/office/drawing/2014/main" id="{C9644A63-6885-4BDF-AAF4-87361FB8E235}"/>
                  </a:ext>
                </a:extLst>
              </p:cNvPr>
              <p:cNvSpPr>
                <a:spLocks noChangeShapeType="1"/>
              </p:cNvSpPr>
              <p:nvPr/>
            </p:nvSpPr>
            <p:spPr bwMode="auto">
              <a:xfrm>
                <a:off x="4414"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82" name="Line 186">
                <a:extLst>
                  <a:ext uri="{FF2B5EF4-FFF2-40B4-BE49-F238E27FC236}">
                    <a16:creationId xmlns:a16="http://schemas.microsoft.com/office/drawing/2014/main" id="{7FCC48E4-FDDF-4ABF-8B84-026B335584B6}"/>
                  </a:ext>
                </a:extLst>
              </p:cNvPr>
              <p:cNvSpPr>
                <a:spLocks noChangeShapeType="1"/>
              </p:cNvSpPr>
              <p:nvPr/>
            </p:nvSpPr>
            <p:spPr bwMode="auto">
              <a:xfrm>
                <a:off x="4606" y="2496"/>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83" name="Line 187">
                <a:extLst>
                  <a:ext uri="{FF2B5EF4-FFF2-40B4-BE49-F238E27FC236}">
                    <a16:creationId xmlns:a16="http://schemas.microsoft.com/office/drawing/2014/main" id="{F76441BA-303E-4AD4-AD60-2CC7C519F95E}"/>
                  </a:ext>
                </a:extLst>
              </p:cNvPr>
              <p:cNvSpPr>
                <a:spLocks noChangeShapeType="1"/>
              </p:cNvSpPr>
              <p:nvPr/>
            </p:nvSpPr>
            <p:spPr bwMode="auto">
              <a:xfrm>
                <a:off x="4606" y="2400"/>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84" name="Line 188">
                <a:extLst>
                  <a:ext uri="{FF2B5EF4-FFF2-40B4-BE49-F238E27FC236}">
                    <a16:creationId xmlns:a16="http://schemas.microsoft.com/office/drawing/2014/main" id="{085C6728-CEE8-4444-8474-754C311D1E33}"/>
                  </a:ext>
                </a:extLst>
              </p:cNvPr>
              <p:cNvSpPr>
                <a:spLocks noChangeShapeType="1"/>
              </p:cNvSpPr>
              <p:nvPr/>
            </p:nvSpPr>
            <p:spPr bwMode="auto">
              <a:xfrm rot="-5400000">
                <a:off x="4558"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85" name="Line 189">
                <a:extLst>
                  <a:ext uri="{FF2B5EF4-FFF2-40B4-BE49-F238E27FC236}">
                    <a16:creationId xmlns:a16="http://schemas.microsoft.com/office/drawing/2014/main" id="{3C161C16-F764-41E0-82EE-718C53595677}"/>
                  </a:ext>
                </a:extLst>
              </p:cNvPr>
              <p:cNvSpPr>
                <a:spLocks noChangeShapeType="1"/>
              </p:cNvSpPr>
              <p:nvPr/>
            </p:nvSpPr>
            <p:spPr bwMode="auto">
              <a:xfrm rot="-5400000">
                <a:off x="4462" y="2544"/>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86" name="Line 190">
                <a:extLst>
                  <a:ext uri="{FF2B5EF4-FFF2-40B4-BE49-F238E27FC236}">
                    <a16:creationId xmlns:a16="http://schemas.microsoft.com/office/drawing/2014/main" id="{F29DA10A-9BD6-41D3-A5F8-6D684411E4F8}"/>
                  </a:ext>
                </a:extLst>
              </p:cNvPr>
              <p:cNvSpPr>
                <a:spLocks noChangeShapeType="1"/>
              </p:cNvSpPr>
              <p:nvPr/>
            </p:nvSpPr>
            <p:spPr bwMode="auto">
              <a:xfrm rot="-5400000">
                <a:off x="4558"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83487" name="Line 191">
                <a:extLst>
                  <a:ext uri="{FF2B5EF4-FFF2-40B4-BE49-F238E27FC236}">
                    <a16:creationId xmlns:a16="http://schemas.microsoft.com/office/drawing/2014/main" id="{6FD67E10-AFF7-44EF-84C9-4FB831C76F70}"/>
                  </a:ext>
                </a:extLst>
              </p:cNvPr>
              <p:cNvSpPr>
                <a:spLocks noChangeShapeType="1"/>
              </p:cNvSpPr>
              <p:nvPr/>
            </p:nvSpPr>
            <p:spPr bwMode="auto">
              <a:xfrm rot="-5400000">
                <a:off x="4462" y="2352"/>
                <a:ext cx="0" cy="9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cxnSp>
        <p:nvCxnSpPr>
          <p:cNvPr id="183804" name="AutoShape 508">
            <a:extLst>
              <a:ext uri="{FF2B5EF4-FFF2-40B4-BE49-F238E27FC236}">
                <a16:creationId xmlns:a16="http://schemas.microsoft.com/office/drawing/2014/main" id="{22E47767-28AF-49A9-AF97-5EB489C00EDE}"/>
              </a:ext>
            </a:extLst>
          </p:cNvPr>
          <p:cNvCxnSpPr>
            <a:cxnSpLocks noChangeShapeType="1"/>
            <a:stCxn id="183308" idx="0"/>
            <a:endCxn id="183410" idx="1"/>
          </p:cNvCxnSpPr>
          <p:nvPr/>
        </p:nvCxnSpPr>
        <p:spPr bwMode="auto">
          <a:xfrm flipH="1">
            <a:off x="4265614" y="2894013"/>
            <a:ext cx="1906587" cy="8382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05" name="AutoShape 509">
            <a:extLst>
              <a:ext uri="{FF2B5EF4-FFF2-40B4-BE49-F238E27FC236}">
                <a16:creationId xmlns:a16="http://schemas.microsoft.com/office/drawing/2014/main" id="{64CA4B57-3983-4CD4-AC47-A915FA2D88AF}"/>
              </a:ext>
            </a:extLst>
          </p:cNvPr>
          <p:cNvCxnSpPr>
            <a:cxnSpLocks noChangeShapeType="1"/>
            <a:stCxn id="183319" idx="0"/>
            <a:endCxn id="183443" idx="1"/>
          </p:cNvCxnSpPr>
          <p:nvPr/>
        </p:nvCxnSpPr>
        <p:spPr bwMode="auto">
          <a:xfrm>
            <a:off x="6477001" y="2894013"/>
            <a:ext cx="303213" cy="8382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06" name="AutoShape 510">
            <a:extLst>
              <a:ext uri="{FF2B5EF4-FFF2-40B4-BE49-F238E27FC236}">
                <a16:creationId xmlns:a16="http://schemas.microsoft.com/office/drawing/2014/main" id="{03145880-FBF5-43C3-B795-F806CF1541D5}"/>
              </a:ext>
            </a:extLst>
          </p:cNvPr>
          <p:cNvCxnSpPr>
            <a:cxnSpLocks noChangeShapeType="1"/>
            <a:stCxn id="183330" idx="0"/>
            <a:endCxn id="183476" idx="1"/>
          </p:cNvCxnSpPr>
          <p:nvPr/>
        </p:nvCxnSpPr>
        <p:spPr bwMode="auto">
          <a:xfrm>
            <a:off x="6781801" y="2894013"/>
            <a:ext cx="2665413" cy="8382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07" name="AutoShape 511">
            <a:extLst>
              <a:ext uri="{FF2B5EF4-FFF2-40B4-BE49-F238E27FC236}">
                <a16:creationId xmlns:a16="http://schemas.microsoft.com/office/drawing/2014/main" id="{9141052D-6CA4-4A82-91AC-09925B8AFE3E}"/>
              </a:ext>
            </a:extLst>
          </p:cNvPr>
          <p:cNvCxnSpPr>
            <a:cxnSpLocks noChangeShapeType="1"/>
            <a:stCxn id="183397" idx="0"/>
            <a:endCxn id="183376" idx="0"/>
          </p:cNvCxnSpPr>
          <p:nvPr/>
        </p:nvCxnSpPr>
        <p:spPr bwMode="auto">
          <a:xfrm flipH="1">
            <a:off x="2590800" y="4037013"/>
            <a:ext cx="1219200" cy="9144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08" name="AutoShape 512">
            <a:extLst>
              <a:ext uri="{FF2B5EF4-FFF2-40B4-BE49-F238E27FC236}">
                <a16:creationId xmlns:a16="http://schemas.microsoft.com/office/drawing/2014/main" id="{EDCECE0F-E7FD-4823-805C-6BCC411CA59B}"/>
              </a:ext>
            </a:extLst>
          </p:cNvPr>
          <p:cNvCxnSpPr>
            <a:cxnSpLocks noChangeShapeType="1"/>
            <a:stCxn id="183408" idx="0"/>
            <a:endCxn id="183520" idx="0"/>
          </p:cNvCxnSpPr>
          <p:nvPr/>
        </p:nvCxnSpPr>
        <p:spPr bwMode="auto">
          <a:xfrm flipH="1">
            <a:off x="3636964" y="4037013"/>
            <a:ext cx="477837" cy="13716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09" name="AutoShape 513">
            <a:extLst>
              <a:ext uri="{FF2B5EF4-FFF2-40B4-BE49-F238E27FC236}">
                <a16:creationId xmlns:a16="http://schemas.microsoft.com/office/drawing/2014/main" id="{05FB0419-395F-4735-A33F-31F15C82E322}"/>
              </a:ext>
            </a:extLst>
          </p:cNvPr>
          <p:cNvCxnSpPr>
            <a:cxnSpLocks noChangeShapeType="1"/>
            <a:stCxn id="183430" idx="0"/>
            <a:endCxn id="183564" idx="0"/>
          </p:cNvCxnSpPr>
          <p:nvPr/>
        </p:nvCxnSpPr>
        <p:spPr bwMode="auto">
          <a:xfrm flipH="1">
            <a:off x="4681538" y="4037013"/>
            <a:ext cx="1643062" cy="9144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10" name="AutoShape 514">
            <a:extLst>
              <a:ext uri="{FF2B5EF4-FFF2-40B4-BE49-F238E27FC236}">
                <a16:creationId xmlns:a16="http://schemas.microsoft.com/office/drawing/2014/main" id="{CE5B5130-F7A0-4FA9-A4D5-8AE1A31A3426}"/>
              </a:ext>
            </a:extLst>
          </p:cNvPr>
          <p:cNvCxnSpPr>
            <a:cxnSpLocks noChangeShapeType="1"/>
            <a:stCxn id="183441" idx="0"/>
            <a:endCxn id="183608" idx="0"/>
          </p:cNvCxnSpPr>
          <p:nvPr/>
        </p:nvCxnSpPr>
        <p:spPr bwMode="auto">
          <a:xfrm flipH="1">
            <a:off x="5726114" y="4037013"/>
            <a:ext cx="903287" cy="13716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11" name="AutoShape 515">
            <a:extLst>
              <a:ext uri="{FF2B5EF4-FFF2-40B4-BE49-F238E27FC236}">
                <a16:creationId xmlns:a16="http://schemas.microsoft.com/office/drawing/2014/main" id="{A7DCA711-D38E-4A62-BF07-461F7A5332ED}"/>
              </a:ext>
            </a:extLst>
          </p:cNvPr>
          <p:cNvCxnSpPr>
            <a:cxnSpLocks noChangeShapeType="1"/>
            <a:stCxn id="183452" idx="0"/>
            <a:endCxn id="183646" idx="0"/>
          </p:cNvCxnSpPr>
          <p:nvPr/>
        </p:nvCxnSpPr>
        <p:spPr bwMode="auto">
          <a:xfrm flipH="1">
            <a:off x="6772276" y="4037014"/>
            <a:ext cx="161925" cy="915987"/>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12" name="AutoShape 516">
            <a:extLst>
              <a:ext uri="{FF2B5EF4-FFF2-40B4-BE49-F238E27FC236}">
                <a16:creationId xmlns:a16="http://schemas.microsoft.com/office/drawing/2014/main" id="{FCBEF4F6-F5CB-49B0-8A0B-A6AF32515BD4}"/>
              </a:ext>
            </a:extLst>
          </p:cNvPr>
          <p:cNvCxnSpPr>
            <a:cxnSpLocks noChangeShapeType="1"/>
            <a:stCxn id="183451" idx="1"/>
            <a:endCxn id="183696" idx="0"/>
          </p:cNvCxnSpPr>
          <p:nvPr/>
        </p:nvCxnSpPr>
        <p:spPr bwMode="auto">
          <a:xfrm>
            <a:off x="7237414" y="4037013"/>
            <a:ext cx="579437" cy="13716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13" name="AutoShape 517">
            <a:extLst>
              <a:ext uri="{FF2B5EF4-FFF2-40B4-BE49-F238E27FC236}">
                <a16:creationId xmlns:a16="http://schemas.microsoft.com/office/drawing/2014/main" id="{D826269A-62A8-47DC-8B14-128ADF694C53}"/>
              </a:ext>
            </a:extLst>
          </p:cNvPr>
          <p:cNvCxnSpPr>
            <a:cxnSpLocks noChangeShapeType="1"/>
            <a:stCxn id="183463" idx="0"/>
            <a:endCxn id="183740" idx="0"/>
          </p:cNvCxnSpPr>
          <p:nvPr/>
        </p:nvCxnSpPr>
        <p:spPr bwMode="auto">
          <a:xfrm flipH="1">
            <a:off x="8861426" y="4037013"/>
            <a:ext cx="130175" cy="9144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815" name="AutoShape 519">
            <a:extLst>
              <a:ext uri="{FF2B5EF4-FFF2-40B4-BE49-F238E27FC236}">
                <a16:creationId xmlns:a16="http://schemas.microsoft.com/office/drawing/2014/main" id="{63913C43-8CDC-4C39-A34D-7DBA63FC2EC1}"/>
              </a:ext>
            </a:extLst>
          </p:cNvPr>
          <p:cNvCxnSpPr>
            <a:cxnSpLocks noChangeShapeType="1"/>
            <a:stCxn id="183474" idx="0"/>
            <a:endCxn id="183784" idx="0"/>
          </p:cNvCxnSpPr>
          <p:nvPr/>
        </p:nvCxnSpPr>
        <p:spPr bwMode="auto">
          <a:xfrm>
            <a:off x="9296400" y="4037013"/>
            <a:ext cx="609600" cy="13716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AC601-8FD5-4F04-AFC1-4B947747DFCA}"/>
              </a:ext>
            </a:extLst>
          </p:cNvPr>
          <p:cNvSpPr>
            <a:spLocks noGrp="1"/>
          </p:cNvSpPr>
          <p:nvPr>
            <p:ph type="title"/>
          </p:nvPr>
        </p:nvSpPr>
        <p:spPr/>
        <p:txBody>
          <a:bodyPr/>
          <a:lstStyle/>
          <a:p>
            <a:pPr>
              <a:defRPr/>
            </a:pPr>
            <a:r>
              <a:rPr lang="en-US" dirty="0"/>
              <a:t>Advantages of B+ tree usage for databases</a:t>
            </a:r>
          </a:p>
        </p:txBody>
      </p:sp>
      <p:sp>
        <p:nvSpPr>
          <p:cNvPr id="3" name="Content Placeholder 2">
            <a:extLst>
              <a:ext uri="{FF2B5EF4-FFF2-40B4-BE49-F238E27FC236}">
                <a16:creationId xmlns:a16="http://schemas.microsoft.com/office/drawing/2014/main" id="{EFB96CCC-F0F2-44B8-9469-DE651EA45647}"/>
              </a:ext>
            </a:extLst>
          </p:cNvPr>
          <p:cNvSpPr>
            <a:spLocks noGrp="1"/>
          </p:cNvSpPr>
          <p:nvPr>
            <p:ph idx="1"/>
          </p:nvPr>
        </p:nvSpPr>
        <p:spPr/>
        <p:txBody>
          <a:bodyPr/>
          <a:lstStyle/>
          <a:p>
            <a:pPr>
              <a:buFont typeface="Wingdings" charset="0"/>
              <a:buChar char="n"/>
              <a:defRPr/>
            </a:pPr>
            <a:r>
              <a:rPr lang="en-US" sz="2400" dirty="0"/>
              <a:t>keeps keys in sorted order for sequential traversing</a:t>
            </a:r>
          </a:p>
          <a:p>
            <a:pPr>
              <a:buFont typeface="Wingdings" charset="0"/>
              <a:buChar char="n"/>
              <a:defRPr/>
            </a:pPr>
            <a:r>
              <a:rPr lang="en-US" sz="2400" dirty="0"/>
              <a:t>uses a hierarchical index to minimize the number of disk reads</a:t>
            </a:r>
          </a:p>
          <a:p>
            <a:pPr>
              <a:buFont typeface="Wingdings" charset="0"/>
              <a:buChar char="n"/>
              <a:defRPr/>
            </a:pPr>
            <a:r>
              <a:rPr lang="en-US" sz="2400" dirty="0"/>
              <a:t>uses partially full blocks to speed insertions and deletions</a:t>
            </a:r>
          </a:p>
          <a:p>
            <a:pPr>
              <a:buFont typeface="Wingdings" charset="0"/>
              <a:buChar char="n"/>
              <a:defRPr/>
            </a:pPr>
            <a:r>
              <a:rPr lang="en-US" sz="2400" dirty="0"/>
              <a:t>keeps the index balanced with a recursive algorithm</a:t>
            </a:r>
          </a:p>
          <a:p>
            <a:pPr>
              <a:buFont typeface="Wingdings" charset="0"/>
              <a:buChar char="n"/>
              <a:defRPr/>
            </a:pPr>
            <a:r>
              <a:rPr lang="en-US" sz="2400" dirty="0"/>
              <a:t>In addition, a B+ tree minimizes waste by making sure the interior nodes are at least half full. A B+ tree can handle an arbitrary number of insertions and deletions.</a:t>
            </a:r>
          </a:p>
          <a:p>
            <a:pPr>
              <a:buFont typeface="Wingdings" charset="0"/>
              <a:buChar char="n"/>
              <a:defRPr/>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F6D907C0-0A60-4C19-9C67-33A8C6A54356}"/>
              </a:ext>
            </a:extLst>
          </p:cNvPr>
          <p:cNvSpPr>
            <a:spLocks noGrp="1" noChangeArrowheads="1"/>
          </p:cNvSpPr>
          <p:nvPr>
            <p:ph type="title"/>
          </p:nvPr>
        </p:nvSpPr>
        <p:spPr/>
        <p:txBody>
          <a:bodyPr/>
          <a:lstStyle/>
          <a:p>
            <a:pPr eaLnBrk="1" hangingPunct="1">
              <a:defRPr/>
            </a:pPr>
            <a:r>
              <a:rPr lang="en-US">
                <a:cs typeface="+mj-cs"/>
              </a:rPr>
              <a:t>Searching</a:t>
            </a:r>
          </a:p>
        </p:txBody>
      </p:sp>
      <p:sp>
        <p:nvSpPr>
          <p:cNvPr id="53251" name="Rectangle 3">
            <a:extLst>
              <a:ext uri="{FF2B5EF4-FFF2-40B4-BE49-F238E27FC236}">
                <a16:creationId xmlns:a16="http://schemas.microsoft.com/office/drawing/2014/main" id="{78E7F8C0-3AE8-477E-BE8A-5145FC03B52B}"/>
              </a:ext>
            </a:extLst>
          </p:cNvPr>
          <p:cNvSpPr>
            <a:spLocks noGrp="1" noChangeArrowheads="1"/>
          </p:cNvSpPr>
          <p:nvPr>
            <p:ph type="body" idx="1"/>
          </p:nvPr>
        </p:nvSpPr>
        <p:spPr>
          <a:xfrm>
            <a:off x="2438400" y="1600200"/>
            <a:ext cx="7772400" cy="4953000"/>
          </a:xfrm>
        </p:spPr>
        <p:txBody>
          <a:bodyPr/>
          <a:lstStyle/>
          <a:p>
            <a:pPr eaLnBrk="1" hangingPunct="1">
              <a:buFont typeface="Wingdings" charset="0"/>
              <a:buChar char="n"/>
              <a:defRPr/>
            </a:pPr>
            <a:r>
              <a:rPr lang="en-US" dirty="0">
                <a:cs typeface="+mn-cs"/>
              </a:rPr>
              <a:t>Just compare the key value with the data in the tree, then return the result. </a:t>
            </a:r>
          </a:p>
          <a:p>
            <a:pPr eaLnBrk="1" hangingPunct="1">
              <a:buFont typeface="Wingdings" charset="0"/>
              <a:buNone/>
              <a:defRPr/>
            </a:pPr>
            <a:r>
              <a:rPr lang="en-US" dirty="0">
                <a:cs typeface="+mn-cs"/>
              </a:rPr>
              <a:t>   For example: find the value </a:t>
            </a:r>
            <a:r>
              <a:rPr lang="en-US" dirty="0">
                <a:solidFill>
                  <a:schemeClr val="accent2"/>
                </a:solidFill>
                <a:cs typeface="+mn-cs"/>
              </a:rPr>
              <a:t>45</a:t>
            </a:r>
            <a:r>
              <a:rPr lang="en-US" dirty="0">
                <a:cs typeface="+mn-cs"/>
              </a:rPr>
              <a:t>, and </a:t>
            </a:r>
            <a:r>
              <a:rPr lang="en-US" dirty="0">
                <a:solidFill>
                  <a:schemeClr val="accent2"/>
                </a:solidFill>
                <a:cs typeface="+mn-cs"/>
              </a:rPr>
              <a:t>15</a:t>
            </a:r>
            <a:r>
              <a:rPr lang="en-US" dirty="0">
                <a:cs typeface="+mn-cs"/>
              </a:rPr>
              <a:t> in below tree. </a:t>
            </a:r>
          </a:p>
          <a:p>
            <a:pPr eaLnBrk="1" hangingPunct="1">
              <a:buFont typeface="Wingdings" charset="0"/>
              <a:buNone/>
              <a:defRPr/>
            </a:pPr>
            <a:endParaRPr lang="en-US" dirty="0">
              <a:cs typeface="+mn-cs"/>
            </a:endParaRPr>
          </a:p>
        </p:txBody>
      </p:sp>
      <p:pic>
        <p:nvPicPr>
          <p:cNvPr id="30723" name="Picture 4" descr="btree3">
            <a:extLst>
              <a:ext uri="{FF2B5EF4-FFF2-40B4-BE49-F238E27FC236}">
                <a16:creationId xmlns:a16="http://schemas.microsoft.com/office/drawing/2014/main" id="{3614E584-9457-4531-B6B7-99D6CB68F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4419600"/>
            <a:ext cx="7061200"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D66CE33-EB36-47D9-BBCD-80FE0F64460D}"/>
              </a:ext>
            </a:extLst>
          </p:cNvPr>
          <p:cNvSpPr>
            <a:spLocks noGrp="1" noChangeArrowheads="1"/>
          </p:cNvSpPr>
          <p:nvPr>
            <p:ph type="title"/>
          </p:nvPr>
        </p:nvSpPr>
        <p:spPr/>
        <p:txBody>
          <a:bodyPr/>
          <a:lstStyle/>
          <a:p>
            <a:pPr eaLnBrk="1" hangingPunct="1">
              <a:defRPr/>
            </a:pPr>
            <a:r>
              <a:rPr lang="en-US">
                <a:cs typeface="+mj-cs"/>
              </a:rPr>
              <a:t>Searching</a:t>
            </a:r>
          </a:p>
        </p:txBody>
      </p:sp>
      <p:sp>
        <p:nvSpPr>
          <p:cNvPr id="58371" name="Rectangle 3">
            <a:extLst>
              <a:ext uri="{FF2B5EF4-FFF2-40B4-BE49-F238E27FC236}">
                <a16:creationId xmlns:a16="http://schemas.microsoft.com/office/drawing/2014/main" id="{2E51EE82-576A-4C29-8C97-C0FC26B15518}"/>
              </a:ext>
            </a:extLst>
          </p:cNvPr>
          <p:cNvSpPr>
            <a:spLocks noGrp="1" noChangeArrowheads="1"/>
          </p:cNvSpPr>
          <p:nvPr>
            <p:ph type="body" idx="1"/>
          </p:nvPr>
        </p:nvSpPr>
        <p:spPr/>
        <p:txBody>
          <a:bodyPr/>
          <a:lstStyle/>
          <a:p>
            <a:pPr eaLnBrk="1" hangingPunct="1">
              <a:buFont typeface="Wingdings" charset="0"/>
              <a:buChar char="n"/>
              <a:defRPr/>
            </a:pPr>
            <a:r>
              <a:rPr lang="en-US">
                <a:cs typeface="+mn-cs"/>
              </a:rPr>
              <a:t>Result: </a:t>
            </a:r>
          </a:p>
          <a:p>
            <a:pPr eaLnBrk="1" hangingPunct="1">
              <a:buFont typeface="Wingdings" charset="0"/>
              <a:buNone/>
              <a:defRPr/>
            </a:pPr>
            <a:r>
              <a:rPr lang="en-US">
                <a:cs typeface="+mn-cs"/>
              </a:rPr>
              <a:t>  1. For the value of 45, not found.</a:t>
            </a:r>
          </a:p>
          <a:p>
            <a:pPr eaLnBrk="1" hangingPunct="1">
              <a:buFont typeface="Wingdings" charset="0"/>
              <a:buNone/>
              <a:defRPr/>
            </a:pPr>
            <a:r>
              <a:rPr lang="en-US">
                <a:cs typeface="+mn-cs"/>
              </a:rPr>
              <a:t>  2. For the value of 15, return the position where the pointer located.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345DFA9-6510-4DF5-B7C3-D2BF583C6D69}"/>
              </a:ext>
            </a:extLst>
          </p:cNvPr>
          <p:cNvSpPr>
            <a:spLocks noGrp="1" noChangeArrowheads="1"/>
          </p:cNvSpPr>
          <p:nvPr>
            <p:ph type="title"/>
          </p:nvPr>
        </p:nvSpPr>
        <p:spPr>
          <a:xfrm>
            <a:off x="1905000" y="228600"/>
            <a:ext cx="8229600" cy="1143000"/>
          </a:xfrm>
        </p:spPr>
        <p:txBody>
          <a:bodyPr/>
          <a:lstStyle/>
          <a:p>
            <a:pPr eaLnBrk="1" hangingPunct="1">
              <a:defRPr/>
            </a:pPr>
            <a:r>
              <a:rPr lang="en-US">
                <a:cs typeface="+mj-cs"/>
              </a:rPr>
              <a:t>Insertion</a:t>
            </a:r>
          </a:p>
        </p:txBody>
      </p:sp>
      <p:sp>
        <p:nvSpPr>
          <p:cNvPr id="59395" name="Rectangle 3">
            <a:extLst>
              <a:ext uri="{FF2B5EF4-FFF2-40B4-BE49-F238E27FC236}">
                <a16:creationId xmlns:a16="http://schemas.microsoft.com/office/drawing/2014/main" id="{6AE589AE-E534-4892-85E2-96617C339410}"/>
              </a:ext>
            </a:extLst>
          </p:cNvPr>
          <p:cNvSpPr>
            <a:spLocks noGrp="1" noChangeArrowheads="1"/>
          </p:cNvSpPr>
          <p:nvPr>
            <p:ph type="body" idx="1"/>
          </p:nvPr>
        </p:nvSpPr>
        <p:spPr>
          <a:xfrm>
            <a:off x="2438400" y="1600200"/>
            <a:ext cx="7772400" cy="5257800"/>
          </a:xfrm>
        </p:spPr>
        <p:txBody>
          <a:bodyPr/>
          <a:lstStyle/>
          <a:p>
            <a:pPr eaLnBrk="1" hangingPunct="1">
              <a:buFont typeface="Wingdings" charset="0"/>
              <a:buChar char="n"/>
              <a:defRPr/>
            </a:pPr>
            <a:r>
              <a:rPr lang="en-US" dirty="0">
                <a:cs typeface="+mn-cs"/>
              </a:rPr>
              <a:t>inserting a value into a B+ tree may unbalance the tree, so rearrange the tree if needed.</a:t>
            </a:r>
          </a:p>
          <a:p>
            <a:pPr eaLnBrk="1" hangingPunct="1">
              <a:buFont typeface="Wingdings" charset="0"/>
              <a:buChar char="n"/>
              <a:defRPr/>
            </a:pPr>
            <a:r>
              <a:rPr lang="en-US" dirty="0">
                <a:cs typeface="+mn-cs"/>
              </a:rPr>
              <a:t>Example #1: insert </a:t>
            </a:r>
            <a:r>
              <a:rPr lang="en-US" dirty="0">
                <a:solidFill>
                  <a:schemeClr val="accent2"/>
                </a:solidFill>
                <a:cs typeface="+mn-cs"/>
              </a:rPr>
              <a:t>28</a:t>
            </a:r>
            <a:r>
              <a:rPr lang="en-US" dirty="0">
                <a:cs typeface="+mn-cs"/>
              </a:rPr>
              <a:t> into the below tree.</a:t>
            </a:r>
          </a:p>
          <a:p>
            <a:pPr eaLnBrk="1" hangingPunct="1">
              <a:buFont typeface="Wingdings" charset="0"/>
              <a:buNone/>
              <a:defRPr/>
            </a:pPr>
            <a:endParaRPr lang="en-US" dirty="0">
              <a:cs typeface="+mn-cs"/>
            </a:endParaRPr>
          </a:p>
        </p:txBody>
      </p:sp>
      <p:pic>
        <p:nvPicPr>
          <p:cNvPr id="32771" name="Picture 4" descr="btree3">
            <a:extLst>
              <a:ext uri="{FF2B5EF4-FFF2-40B4-BE49-F238E27FC236}">
                <a16:creationId xmlns:a16="http://schemas.microsoft.com/office/drawing/2014/main" id="{5275FD89-7AFC-4285-A1BC-8A65160DB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505200"/>
            <a:ext cx="7061200"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Rectangle 5">
            <a:extLst>
              <a:ext uri="{FF2B5EF4-FFF2-40B4-BE49-F238E27FC236}">
                <a16:creationId xmlns:a16="http://schemas.microsoft.com/office/drawing/2014/main" id="{6285D9A9-A9A3-4B80-A926-A04C5475B44E}"/>
              </a:ext>
            </a:extLst>
          </p:cNvPr>
          <p:cNvSpPr>
            <a:spLocks noChangeArrowheads="1"/>
          </p:cNvSpPr>
          <p:nvPr/>
        </p:nvSpPr>
        <p:spPr bwMode="auto">
          <a:xfrm>
            <a:off x="4572000" y="5562600"/>
            <a:ext cx="17526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dirty="0">
                <a:latin typeface="Arial" charset="0"/>
                <a:ea typeface="ＭＳ Ｐゴシック" charset="0"/>
              </a:rPr>
              <a:t>25</a:t>
            </a:r>
            <a:r>
              <a:rPr lang="en-US" dirty="0">
                <a:solidFill>
                  <a:schemeClr val="accent2"/>
                </a:solidFill>
                <a:latin typeface="Arial" charset="0"/>
                <a:ea typeface="ＭＳ Ｐゴシック" charset="0"/>
              </a:rPr>
              <a:t>  28</a:t>
            </a:r>
            <a:r>
              <a:rPr lang="en-US" dirty="0">
                <a:latin typeface="Arial" charset="0"/>
                <a:ea typeface="ＭＳ Ｐゴシック" charset="0"/>
              </a:rPr>
              <a:t>   30</a:t>
            </a:r>
          </a:p>
        </p:txBody>
      </p:sp>
      <p:sp>
        <p:nvSpPr>
          <p:cNvPr id="59398" name="Line 6">
            <a:extLst>
              <a:ext uri="{FF2B5EF4-FFF2-40B4-BE49-F238E27FC236}">
                <a16:creationId xmlns:a16="http://schemas.microsoft.com/office/drawing/2014/main" id="{061716D9-4C9C-44B4-B865-B61A4BCA576C}"/>
              </a:ext>
            </a:extLst>
          </p:cNvPr>
          <p:cNvSpPr>
            <a:spLocks noChangeShapeType="1"/>
          </p:cNvSpPr>
          <p:nvPr/>
        </p:nvSpPr>
        <p:spPr bwMode="auto">
          <a:xfrm>
            <a:off x="5410200" y="5562600"/>
            <a:ext cx="0" cy="457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59399" name="Line 7">
            <a:extLst>
              <a:ext uri="{FF2B5EF4-FFF2-40B4-BE49-F238E27FC236}">
                <a16:creationId xmlns:a16="http://schemas.microsoft.com/office/drawing/2014/main" id="{7D5B3451-85E1-4B5D-B8DB-320F6E0EE5EB}"/>
              </a:ext>
            </a:extLst>
          </p:cNvPr>
          <p:cNvSpPr>
            <a:spLocks noChangeShapeType="1"/>
          </p:cNvSpPr>
          <p:nvPr/>
        </p:nvSpPr>
        <p:spPr bwMode="auto">
          <a:xfrm>
            <a:off x="4953000" y="5562600"/>
            <a:ext cx="0" cy="457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59400" name="Line 8">
            <a:extLst>
              <a:ext uri="{FF2B5EF4-FFF2-40B4-BE49-F238E27FC236}">
                <a16:creationId xmlns:a16="http://schemas.microsoft.com/office/drawing/2014/main" id="{E01429F9-C078-4BDB-9A18-7BED7D0BE7B6}"/>
              </a:ext>
            </a:extLst>
          </p:cNvPr>
          <p:cNvSpPr>
            <a:spLocks noChangeShapeType="1"/>
          </p:cNvSpPr>
          <p:nvPr/>
        </p:nvSpPr>
        <p:spPr bwMode="auto">
          <a:xfrm>
            <a:off x="5867400" y="5562600"/>
            <a:ext cx="0" cy="457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59401" name="AutoShape 9">
            <a:extLst>
              <a:ext uri="{FF2B5EF4-FFF2-40B4-BE49-F238E27FC236}">
                <a16:creationId xmlns:a16="http://schemas.microsoft.com/office/drawing/2014/main" id="{F76D810D-E769-4E71-86A1-0351E8B5F219}"/>
              </a:ext>
            </a:extLst>
          </p:cNvPr>
          <p:cNvSpPr>
            <a:spLocks noChangeArrowheads="1"/>
          </p:cNvSpPr>
          <p:nvPr/>
        </p:nvSpPr>
        <p:spPr bwMode="auto">
          <a:xfrm>
            <a:off x="7696200" y="5943600"/>
            <a:ext cx="2819400" cy="762000"/>
          </a:xfrm>
          <a:prstGeom prst="wedgeEllipseCallout">
            <a:avLst>
              <a:gd name="adj1" fmla="val -98199"/>
              <a:gd name="adj2" fmla="val -66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en-US" dirty="0">
                <a:latin typeface="Arial" charset="0"/>
                <a:ea typeface="ＭＳ Ｐゴシック" charset="0"/>
              </a:rPr>
              <a:t>Fits inside the leaf</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9C39280-24DB-4AAF-97DD-5888C75889AC}"/>
              </a:ext>
            </a:extLst>
          </p:cNvPr>
          <p:cNvSpPr>
            <a:spLocks noGrp="1" noChangeArrowheads="1"/>
          </p:cNvSpPr>
          <p:nvPr>
            <p:ph type="title"/>
          </p:nvPr>
        </p:nvSpPr>
        <p:spPr>
          <a:xfrm>
            <a:off x="1905000" y="304800"/>
            <a:ext cx="8229600" cy="1143000"/>
          </a:xfrm>
        </p:spPr>
        <p:txBody>
          <a:bodyPr/>
          <a:lstStyle/>
          <a:p>
            <a:pPr eaLnBrk="1" hangingPunct="1">
              <a:defRPr/>
            </a:pPr>
            <a:r>
              <a:rPr lang="en-US">
                <a:cs typeface="+mj-cs"/>
              </a:rPr>
              <a:t>Insertion</a:t>
            </a:r>
          </a:p>
        </p:txBody>
      </p:sp>
      <p:sp>
        <p:nvSpPr>
          <p:cNvPr id="60419" name="Rectangle 3">
            <a:extLst>
              <a:ext uri="{FF2B5EF4-FFF2-40B4-BE49-F238E27FC236}">
                <a16:creationId xmlns:a16="http://schemas.microsoft.com/office/drawing/2014/main" id="{9C2577C4-36BD-4DDE-B5E0-B52BC11DA854}"/>
              </a:ext>
            </a:extLst>
          </p:cNvPr>
          <p:cNvSpPr>
            <a:spLocks noGrp="1" noChangeArrowheads="1"/>
          </p:cNvSpPr>
          <p:nvPr>
            <p:ph type="body" idx="1"/>
          </p:nvPr>
        </p:nvSpPr>
        <p:spPr/>
        <p:txBody>
          <a:bodyPr/>
          <a:lstStyle/>
          <a:p>
            <a:pPr eaLnBrk="1" hangingPunct="1">
              <a:buFont typeface="Wingdings" charset="0"/>
              <a:buChar char="n"/>
              <a:defRPr/>
            </a:pPr>
            <a:r>
              <a:rPr lang="en-US">
                <a:cs typeface="+mn-cs"/>
              </a:rPr>
              <a:t>Result:</a:t>
            </a:r>
          </a:p>
          <a:p>
            <a:pPr eaLnBrk="1" hangingPunct="1">
              <a:buFont typeface="Wingdings" charset="0"/>
              <a:buNone/>
              <a:defRPr/>
            </a:pPr>
            <a:endParaRPr lang="en-US">
              <a:cs typeface="+mn-cs"/>
            </a:endParaRPr>
          </a:p>
        </p:txBody>
      </p:sp>
      <p:pic>
        <p:nvPicPr>
          <p:cNvPr id="33795" name="Picture 4" descr="btree4">
            <a:extLst>
              <a:ext uri="{FF2B5EF4-FFF2-40B4-BE49-F238E27FC236}">
                <a16:creationId xmlns:a16="http://schemas.microsoft.com/office/drawing/2014/main" id="{F5A2DB59-74CA-4A06-918B-372E2D048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743200"/>
            <a:ext cx="68326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4FE339DB-E7EC-4BA6-9F68-2F4CFFB669C6}"/>
              </a:ext>
            </a:extLst>
          </p:cNvPr>
          <p:cNvSpPr>
            <a:spLocks noGrp="1" noChangeArrowheads="1"/>
          </p:cNvSpPr>
          <p:nvPr>
            <p:ph type="title"/>
          </p:nvPr>
        </p:nvSpPr>
        <p:spPr/>
        <p:txBody>
          <a:bodyPr/>
          <a:lstStyle/>
          <a:p>
            <a:pPr eaLnBrk="1" hangingPunct="1">
              <a:defRPr/>
            </a:pPr>
            <a:r>
              <a:rPr lang="en-US">
                <a:cs typeface="+mj-cs"/>
              </a:rPr>
              <a:t>Insertion</a:t>
            </a:r>
          </a:p>
        </p:txBody>
      </p:sp>
      <p:sp>
        <p:nvSpPr>
          <p:cNvPr id="61443" name="Rectangle 3">
            <a:extLst>
              <a:ext uri="{FF2B5EF4-FFF2-40B4-BE49-F238E27FC236}">
                <a16:creationId xmlns:a16="http://schemas.microsoft.com/office/drawing/2014/main" id="{898B360C-BAA2-4E2E-9211-645B1C598CD4}"/>
              </a:ext>
            </a:extLst>
          </p:cNvPr>
          <p:cNvSpPr>
            <a:spLocks noGrp="1" noChangeArrowheads="1"/>
          </p:cNvSpPr>
          <p:nvPr>
            <p:ph type="body" idx="1"/>
          </p:nvPr>
        </p:nvSpPr>
        <p:spPr/>
        <p:txBody>
          <a:bodyPr/>
          <a:lstStyle/>
          <a:p>
            <a:pPr eaLnBrk="1" hangingPunct="1">
              <a:buFont typeface="Wingdings" charset="0"/>
              <a:buChar char="n"/>
              <a:defRPr/>
            </a:pPr>
            <a:r>
              <a:rPr lang="en-US">
                <a:cs typeface="+mn-cs"/>
              </a:rPr>
              <a:t>Example #2: insert </a:t>
            </a:r>
            <a:r>
              <a:rPr lang="en-US">
                <a:solidFill>
                  <a:schemeClr val="accent2"/>
                </a:solidFill>
                <a:cs typeface="+mn-cs"/>
              </a:rPr>
              <a:t>70</a:t>
            </a:r>
            <a:r>
              <a:rPr lang="en-US">
                <a:cs typeface="+mn-cs"/>
              </a:rPr>
              <a:t> into below tree</a:t>
            </a:r>
          </a:p>
        </p:txBody>
      </p:sp>
      <p:pic>
        <p:nvPicPr>
          <p:cNvPr id="34819" name="Picture 24" descr="btree4">
            <a:extLst>
              <a:ext uri="{FF2B5EF4-FFF2-40B4-BE49-F238E27FC236}">
                <a16:creationId xmlns:a16="http://schemas.microsoft.com/office/drawing/2014/main" id="{36A412EF-20CB-43ED-B70D-131D10313D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590800"/>
            <a:ext cx="68326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CA6F2A11-947F-4897-8BDE-DBBDD5302DFD}"/>
              </a:ext>
            </a:extLst>
          </p:cNvPr>
          <p:cNvSpPr>
            <a:spLocks noGrp="1" noChangeArrowheads="1"/>
          </p:cNvSpPr>
          <p:nvPr>
            <p:ph type="title"/>
          </p:nvPr>
        </p:nvSpPr>
        <p:spPr/>
        <p:txBody>
          <a:bodyPr/>
          <a:lstStyle/>
          <a:p>
            <a:pPr eaLnBrk="1" hangingPunct="1">
              <a:defRPr/>
            </a:pPr>
            <a:r>
              <a:rPr lang="en-US">
                <a:cs typeface="+mj-cs"/>
              </a:rPr>
              <a:t>Insertion</a:t>
            </a:r>
          </a:p>
        </p:txBody>
      </p:sp>
      <p:sp>
        <p:nvSpPr>
          <p:cNvPr id="94211" name="Rectangle 3">
            <a:extLst>
              <a:ext uri="{FF2B5EF4-FFF2-40B4-BE49-F238E27FC236}">
                <a16:creationId xmlns:a16="http://schemas.microsoft.com/office/drawing/2014/main" id="{BC3177D5-7407-4B24-AC0F-E4B3D22F8BBD}"/>
              </a:ext>
            </a:extLst>
          </p:cNvPr>
          <p:cNvSpPr>
            <a:spLocks noGrp="1" noChangeArrowheads="1"/>
          </p:cNvSpPr>
          <p:nvPr>
            <p:ph type="body" sz="half" idx="1"/>
          </p:nvPr>
        </p:nvSpPr>
        <p:spPr>
          <a:xfrm>
            <a:off x="2438400" y="1524001"/>
            <a:ext cx="7391400" cy="4530725"/>
          </a:xfrm>
        </p:spPr>
        <p:txBody>
          <a:bodyPr/>
          <a:lstStyle/>
          <a:p>
            <a:pPr eaLnBrk="1" hangingPunct="1">
              <a:buFont typeface="Wingdings" charset="0"/>
              <a:buChar char="n"/>
              <a:defRPr/>
            </a:pPr>
            <a:r>
              <a:rPr lang="en-US" sz="2400" dirty="0"/>
              <a:t>Process: split the leaf and propagate middle key up the tree </a:t>
            </a:r>
          </a:p>
          <a:p>
            <a:pPr eaLnBrk="1" hangingPunct="1">
              <a:buFont typeface="Wingdings" charset="0"/>
              <a:buChar char="n"/>
              <a:defRPr/>
            </a:pPr>
            <a:endParaRPr lang="en-US" sz="2400" dirty="0"/>
          </a:p>
        </p:txBody>
      </p:sp>
      <p:pic>
        <p:nvPicPr>
          <p:cNvPr id="35843" name="Picture 4" descr="btree4">
            <a:extLst>
              <a:ext uri="{FF2B5EF4-FFF2-40B4-BE49-F238E27FC236}">
                <a16:creationId xmlns:a16="http://schemas.microsoft.com/office/drawing/2014/main" id="{F5E23F10-953F-4BF4-B501-A904871C6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9700" y="2349500"/>
            <a:ext cx="68326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5" descr="btree4">
            <a:extLst>
              <a:ext uri="{FF2B5EF4-FFF2-40B4-BE49-F238E27FC236}">
                <a16:creationId xmlns:a16="http://schemas.microsoft.com/office/drawing/2014/main" id="{14D9D32B-9CD5-4DDA-B17B-2C7789E7EF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286000"/>
            <a:ext cx="68326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4" name="Rectangle 6">
            <a:extLst>
              <a:ext uri="{FF2B5EF4-FFF2-40B4-BE49-F238E27FC236}">
                <a16:creationId xmlns:a16="http://schemas.microsoft.com/office/drawing/2014/main" id="{5C61DE8F-F9E4-4550-9E09-AC493B213E45}"/>
              </a:ext>
            </a:extLst>
          </p:cNvPr>
          <p:cNvSpPr>
            <a:spLocks noChangeArrowheads="1"/>
          </p:cNvSpPr>
          <p:nvPr/>
        </p:nvSpPr>
        <p:spPr bwMode="auto">
          <a:xfrm>
            <a:off x="5257800" y="4343400"/>
            <a:ext cx="3048000" cy="762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   50     55     60      65     </a:t>
            </a:r>
            <a:r>
              <a:rPr lang="en-US">
                <a:solidFill>
                  <a:schemeClr val="accent2"/>
                </a:solidFill>
                <a:latin typeface="Arial" charset="0"/>
                <a:ea typeface="ＭＳ Ｐゴシック" charset="0"/>
              </a:rPr>
              <a:t>70</a:t>
            </a:r>
            <a:r>
              <a:rPr lang="en-US">
                <a:latin typeface="Arial" charset="0"/>
                <a:ea typeface="ＭＳ Ｐゴシック" charset="0"/>
              </a:rPr>
              <a:t>   </a:t>
            </a:r>
          </a:p>
        </p:txBody>
      </p:sp>
      <p:sp>
        <p:nvSpPr>
          <p:cNvPr id="94215" name="Line 7">
            <a:extLst>
              <a:ext uri="{FF2B5EF4-FFF2-40B4-BE49-F238E27FC236}">
                <a16:creationId xmlns:a16="http://schemas.microsoft.com/office/drawing/2014/main" id="{A29D16DB-597C-4EFA-ACC3-B475A8CA87D0}"/>
              </a:ext>
            </a:extLst>
          </p:cNvPr>
          <p:cNvSpPr>
            <a:spLocks noChangeShapeType="1"/>
          </p:cNvSpPr>
          <p:nvPr/>
        </p:nvSpPr>
        <p:spPr bwMode="auto">
          <a:xfrm>
            <a:off x="5867400" y="4343400"/>
            <a:ext cx="0" cy="762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16" name="Line 8">
            <a:extLst>
              <a:ext uri="{FF2B5EF4-FFF2-40B4-BE49-F238E27FC236}">
                <a16:creationId xmlns:a16="http://schemas.microsoft.com/office/drawing/2014/main" id="{063F1342-044D-491B-9651-1596CB2428FF}"/>
              </a:ext>
            </a:extLst>
          </p:cNvPr>
          <p:cNvSpPr>
            <a:spLocks noChangeShapeType="1"/>
          </p:cNvSpPr>
          <p:nvPr/>
        </p:nvSpPr>
        <p:spPr bwMode="auto">
          <a:xfrm>
            <a:off x="6477000" y="4343400"/>
            <a:ext cx="0" cy="762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17" name="Line 9">
            <a:extLst>
              <a:ext uri="{FF2B5EF4-FFF2-40B4-BE49-F238E27FC236}">
                <a16:creationId xmlns:a16="http://schemas.microsoft.com/office/drawing/2014/main" id="{35BE197F-6E29-469A-8F4E-C7CF04CDB34E}"/>
              </a:ext>
            </a:extLst>
          </p:cNvPr>
          <p:cNvSpPr>
            <a:spLocks noChangeShapeType="1"/>
          </p:cNvSpPr>
          <p:nvPr/>
        </p:nvSpPr>
        <p:spPr bwMode="auto">
          <a:xfrm>
            <a:off x="7086600" y="4343400"/>
            <a:ext cx="0" cy="762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18" name="Line 10">
            <a:extLst>
              <a:ext uri="{FF2B5EF4-FFF2-40B4-BE49-F238E27FC236}">
                <a16:creationId xmlns:a16="http://schemas.microsoft.com/office/drawing/2014/main" id="{3DB93EFA-13E2-49B0-82FB-2EF29F2D676C}"/>
              </a:ext>
            </a:extLst>
          </p:cNvPr>
          <p:cNvSpPr>
            <a:spLocks noChangeShapeType="1"/>
          </p:cNvSpPr>
          <p:nvPr/>
        </p:nvSpPr>
        <p:spPr bwMode="auto">
          <a:xfrm>
            <a:off x="7696200" y="4343400"/>
            <a:ext cx="0" cy="762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19" name="Rectangle 11">
            <a:extLst>
              <a:ext uri="{FF2B5EF4-FFF2-40B4-BE49-F238E27FC236}">
                <a16:creationId xmlns:a16="http://schemas.microsoft.com/office/drawing/2014/main" id="{05B290AA-4873-41D4-B85F-10A234DAF6B4}"/>
              </a:ext>
            </a:extLst>
          </p:cNvPr>
          <p:cNvSpPr>
            <a:spLocks noChangeArrowheads="1"/>
          </p:cNvSpPr>
          <p:nvPr/>
        </p:nvSpPr>
        <p:spPr bwMode="auto">
          <a:xfrm>
            <a:off x="4724400" y="5486400"/>
            <a:ext cx="12192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50    55</a:t>
            </a:r>
          </a:p>
        </p:txBody>
      </p:sp>
      <p:sp>
        <p:nvSpPr>
          <p:cNvPr id="94220" name="Rectangle 12">
            <a:extLst>
              <a:ext uri="{FF2B5EF4-FFF2-40B4-BE49-F238E27FC236}">
                <a16:creationId xmlns:a16="http://schemas.microsoft.com/office/drawing/2014/main" id="{4C5475B6-A40A-4BAC-B92B-5C46C6969813}"/>
              </a:ext>
            </a:extLst>
          </p:cNvPr>
          <p:cNvSpPr>
            <a:spLocks noChangeArrowheads="1"/>
          </p:cNvSpPr>
          <p:nvPr/>
        </p:nvSpPr>
        <p:spPr bwMode="auto">
          <a:xfrm>
            <a:off x="6553200" y="5486400"/>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 60      65      </a:t>
            </a:r>
            <a:r>
              <a:rPr lang="en-US">
                <a:solidFill>
                  <a:schemeClr val="accent2"/>
                </a:solidFill>
                <a:latin typeface="Arial" charset="0"/>
                <a:ea typeface="ＭＳ Ｐゴシック" charset="0"/>
              </a:rPr>
              <a:t>70</a:t>
            </a:r>
            <a:r>
              <a:rPr lang="en-US">
                <a:latin typeface="Arial" charset="0"/>
                <a:ea typeface="ＭＳ Ｐゴシック" charset="0"/>
              </a:rPr>
              <a:t> </a:t>
            </a:r>
          </a:p>
        </p:txBody>
      </p:sp>
      <p:sp>
        <p:nvSpPr>
          <p:cNvPr id="94221" name="Line 13">
            <a:extLst>
              <a:ext uri="{FF2B5EF4-FFF2-40B4-BE49-F238E27FC236}">
                <a16:creationId xmlns:a16="http://schemas.microsoft.com/office/drawing/2014/main" id="{CFA1BD54-9C01-4E09-BDB0-7B6A62BF5761}"/>
              </a:ext>
            </a:extLst>
          </p:cNvPr>
          <p:cNvSpPr>
            <a:spLocks noChangeShapeType="1"/>
          </p:cNvSpPr>
          <p:nvPr/>
        </p:nvSpPr>
        <p:spPr bwMode="auto">
          <a:xfrm>
            <a:off x="5334000" y="5486400"/>
            <a:ext cx="0" cy="685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22" name="Line 14">
            <a:extLst>
              <a:ext uri="{FF2B5EF4-FFF2-40B4-BE49-F238E27FC236}">
                <a16:creationId xmlns:a16="http://schemas.microsoft.com/office/drawing/2014/main" id="{9FB9FDBC-2D0C-4970-91BD-E7D48DAF6158}"/>
              </a:ext>
            </a:extLst>
          </p:cNvPr>
          <p:cNvSpPr>
            <a:spLocks noChangeShapeType="1"/>
          </p:cNvSpPr>
          <p:nvPr/>
        </p:nvSpPr>
        <p:spPr bwMode="auto">
          <a:xfrm>
            <a:off x="7162800" y="5486400"/>
            <a:ext cx="0" cy="685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23" name="Line 15">
            <a:extLst>
              <a:ext uri="{FF2B5EF4-FFF2-40B4-BE49-F238E27FC236}">
                <a16:creationId xmlns:a16="http://schemas.microsoft.com/office/drawing/2014/main" id="{7D8A8EB8-3537-4788-B591-3400E0E387BD}"/>
              </a:ext>
            </a:extLst>
          </p:cNvPr>
          <p:cNvSpPr>
            <a:spLocks noChangeShapeType="1"/>
          </p:cNvSpPr>
          <p:nvPr/>
        </p:nvSpPr>
        <p:spPr bwMode="auto">
          <a:xfrm>
            <a:off x="7772400" y="5486400"/>
            <a:ext cx="0" cy="685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24" name="Line 16">
            <a:extLst>
              <a:ext uri="{FF2B5EF4-FFF2-40B4-BE49-F238E27FC236}">
                <a16:creationId xmlns:a16="http://schemas.microsoft.com/office/drawing/2014/main" id="{6652C75D-9C26-418F-9D7E-908719A29D51}"/>
              </a:ext>
            </a:extLst>
          </p:cNvPr>
          <p:cNvSpPr>
            <a:spLocks noChangeShapeType="1"/>
          </p:cNvSpPr>
          <p:nvPr/>
        </p:nvSpPr>
        <p:spPr bwMode="auto">
          <a:xfrm flipH="1">
            <a:off x="5562600" y="5105400"/>
            <a:ext cx="7620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25" name="Line 17">
            <a:extLst>
              <a:ext uri="{FF2B5EF4-FFF2-40B4-BE49-F238E27FC236}">
                <a16:creationId xmlns:a16="http://schemas.microsoft.com/office/drawing/2014/main" id="{7AEA001F-56D3-4D03-8B0F-F86BD09858F2}"/>
              </a:ext>
            </a:extLst>
          </p:cNvPr>
          <p:cNvSpPr>
            <a:spLocks noChangeShapeType="1"/>
          </p:cNvSpPr>
          <p:nvPr/>
        </p:nvSpPr>
        <p:spPr bwMode="auto">
          <a:xfrm>
            <a:off x="6629400" y="5105400"/>
            <a:ext cx="9906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26" name="Line 18">
            <a:extLst>
              <a:ext uri="{FF2B5EF4-FFF2-40B4-BE49-F238E27FC236}">
                <a16:creationId xmlns:a16="http://schemas.microsoft.com/office/drawing/2014/main" id="{92D5D03F-8FCB-46FD-A413-5096841EDEEE}"/>
              </a:ext>
            </a:extLst>
          </p:cNvPr>
          <p:cNvSpPr>
            <a:spLocks noChangeShapeType="1"/>
          </p:cNvSpPr>
          <p:nvPr/>
        </p:nvSpPr>
        <p:spPr bwMode="auto">
          <a:xfrm flipH="1" flipV="1">
            <a:off x="5715000" y="2819400"/>
            <a:ext cx="1066800" cy="1524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4228" name="Line 20">
            <a:extLst>
              <a:ext uri="{FF2B5EF4-FFF2-40B4-BE49-F238E27FC236}">
                <a16:creationId xmlns:a16="http://schemas.microsoft.com/office/drawing/2014/main" id="{D344CBC9-4A36-42CF-AC6D-901E9D2B6AFE}"/>
              </a:ext>
            </a:extLst>
          </p:cNvPr>
          <p:cNvSpPr>
            <a:spLocks noChangeShapeType="1"/>
          </p:cNvSpPr>
          <p:nvPr/>
        </p:nvSpPr>
        <p:spPr bwMode="auto">
          <a:xfrm>
            <a:off x="5867400" y="27432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graphicFrame>
        <p:nvGraphicFramePr>
          <p:cNvPr id="35859" name="Object 21">
            <a:extLst>
              <a:ext uri="{FF2B5EF4-FFF2-40B4-BE49-F238E27FC236}">
                <a16:creationId xmlns:a16="http://schemas.microsoft.com/office/drawing/2014/main" id="{25B3978D-9624-437A-ACAB-A924ECE9632E}"/>
              </a:ext>
            </a:extLst>
          </p:cNvPr>
          <p:cNvGraphicFramePr>
            <a:graphicFrameLocks noChangeAspect="1"/>
          </p:cNvGraphicFramePr>
          <p:nvPr>
            <p:ph sz="half" idx="2"/>
          </p:nvPr>
        </p:nvGraphicFramePr>
        <p:xfrm>
          <a:off x="6405564" y="2593976"/>
          <a:ext cx="236537" cy="195263"/>
        </p:xfrm>
        <a:graphic>
          <a:graphicData uri="http://schemas.openxmlformats.org/presentationml/2006/ole">
            <mc:AlternateContent xmlns:mc="http://schemas.openxmlformats.org/markup-compatibility/2006">
              <mc:Choice xmlns:v="urn:schemas-microsoft-com:vml" Requires="v">
                <p:oleObj name="Chart" r:id="rId3" imgW="3014857" imgH="1371600" progId="MSGraph.Chart.8">
                  <p:embed followColorScheme="full"/>
                </p:oleObj>
              </mc:Choice>
              <mc:Fallback>
                <p:oleObj name="Chart" r:id="rId3" imgW="3014857" imgH="1371600" progId="MSGraph.Chart.8">
                  <p:embed followColorScheme="full"/>
                  <p:pic>
                    <p:nvPicPr>
                      <p:cNvPr id="35859" name="Object 21">
                        <a:extLst>
                          <a:ext uri="{FF2B5EF4-FFF2-40B4-BE49-F238E27FC236}">
                            <a16:creationId xmlns:a16="http://schemas.microsoft.com/office/drawing/2014/main" id="{25B3978D-9624-437A-ACAB-A924ECE9632E}"/>
                          </a:ext>
                        </a:extLst>
                      </p:cNvPr>
                      <p:cNvPicPr>
                        <a:picLocks noChangeAspect="1" noChangeArrowheads="1"/>
                      </p:cNvPicPr>
                      <p:nvPr/>
                    </p:nvPicPr>
                    <p:blipFill>
                      <a:blip r:embed="rId4"/>
                      <a:srcRect/>
                      <a:stretch>
                        <a:fillRect/>
                      </a:stretch>
                    </p:blipFill>
                    <p:spPr bwMode="auto">
                      <a:xfrm>
                        <a:off x="6405564" y="2593976"/>
                        <a:ext cx="236537" cy="19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4231" name="AutoShape 23">
            <a:extLst>
              <a:ext uri="{FF2B5EF4-FFF2-40B4-BE49-F238E27FC236}">
                <a16:creationId xmlns:a16="http://schemas.microsoft.com/office/drawing/2014/main" id="{5F82F3C7-3181-44E3-BA42-5A804A434FE1}"/>
              </a:ext>
            </a:extLst>
          </p:cNvPr>
          <p:cNvSpPr>
            <a:spLocks noChangeArrowheads="1"/>
          </p:cNvSpPr>
          <p:nvPr/>
        </p:nvSpPr>
        <p:spPr bwMode="auto">
          <a:xfrm>
            <a:off x="8610600" y="4572000"/>
            <a:ext cx="1905000" cy="1524000"/>
          </a:xfrm>
          <a:prstGeom prst="wedgeEllipseCallout">
            <a:avLst>
              <a:gd name="adj1" fmla="val -66167"/>
              <a:gd name="adj2" fmla="val -3687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en-US" dirty="0">
                <a:latin typeface="Arial" charset="0"/>
                <a:ea typeface="ＭＳ Ｐゴシック" charset="0"/>
              </a:rPr>
              <a:t>Does not fit inside the leaf</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6BADAA3-1D20-4497-9D6E-2089E305F7E7}"/>
              </a:ext>
            </a:extLst>
          </p:cNvPr>
          <p:cNvSpPr>
            <a:spLocks noGrp="1" noChangeArrowheads="1"/>
          </p:cNvSpPr>
          <p:nvPr>
            <p:ph type="title"/>
          </p:nvPr>
        </p:nvSpPr>
        <p:spPr/>
        <p:txBody>
          <a:bodyPr/>
          <a:lstStyle/>
          <a:p>
            <a:pPr eaLnBrk="1" hangingPunct="1">
              <a:defRPr/>
            </a:pPr>
            <a:r>
              <a:rPr lang="en-US">
                <a:cs typeface="+mj-cs"/>
              </a:rPr>
              <a:t>Insertion</a:t>
            </a:r>
          </a:p>
        </p:txBody>
      </p:sp>
      <p:sp>
        <p:nvSpPr>
          <p:cNvPr id="62467" name="Rectangle 3">
            <a:extLst>
              <a:ext uri="{FF2B5EF4-FFF2-40B4-BE49-F238E27FC236}">
                <a16:creationId xmlns:a16="http://schemas.microsoft.com/office/drawing/2014/main" id="{CF675F43-09CC-4E98-AE13-A184402AB3D5}"/>
              </a:ext>
            </a:extLst>
          </p:cNvPr>
          <p:cNvSpPr>
            <a:spLocks noGrp="1" noChangeArrowheads="1"/>
          </p:cNvSpPr>
          <p:nvPr>
            <p:ph type="body" idx="1"/>
          </p:nvPr>
        </p:nvSpPr>
        <p:spPr/>
        <p:txBody>
          <a:bodyPr/>
          <a:lstStyle/>
          <a:p>
            <a:pPr eaLnBrk="1" hangingPunct="1">
              <a:buFont typeface="Wingdings" charset="0"/>
              <a:buChar char="n"/>
              <a:defRPr/>
            </a:pPr>
            <a:r>
              <a:rPr lang="en-US" dirty="0">
                <a:cs typeface="+mn-cs"/>
              </a:rPr>
              <a:t>Result: chose the middle key 60, and place it in the index page between 50 and 75. </a:t>
            </a:r>
          </a:p>
          <a:p>
            <a:pPr eaLnBrk="1" hangingPunct="1">
              <a:buFont typeface="Wingdings" charset="0"/>
              <a:buNone/>
              <a:defRPr/>
            </a:pPr>
            <a:endParaRPr lang="en-US" dirty="0">
              <a:cs typeface="+mn-cs"/>
            </a:endParaRPr>
          </a:p>
        </p:txBody>
      </p:sp>
      <p:pic>
        <p:nvPicPr>
          <p:cNvPr id="36867" name="Picture 4" descr="btree5">
            <a:extLst>
              <a:ext uri="{FF2B5EF4-FFF2-40B4-BE49-F238E27FC236}">
                <a16:creationId xmlns:a16="http://schemas.microsoft.com/office/drawing/2014/main" id="{9DA7CC56-002E-48A0-90C5-8978D0A61E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352800"/>
            <a:ext cx="79248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DEB3176-6630-4A81-A7A1-7E5C4E12B13A}"/>
              </a:ext>
            </a:extLst>
          </p:cNvPr>
          <p:cNvSpPr>
            <a:spLocks noGrp="1" noChangeArrowheads="1"/>
          </p:cNvSpPr>
          <p:nvPr>
            <p:ph type="title"/>
          </p:nvPr>
        </p:nvSpPr>
        <p:spPr/>
        <p:txBody>
          <a:bodyPr/>
          <a:lstStyle/>
          <a:p>
            <a:pPr eaLnBrk="1" hangingPunct="1">
              <a:defRPr/>
            </a:pPr>
            <a:r>
              <a:rPr lang="en-US">
                <a:cs typeface="+mj-cs"/>
              </a:rPr>
              <a:t>Insertion</a:t>
            </a:r>
          </a:p>
        </p:txBody>
      </p:sp>
      <p:sp>
        <p:nvSpPr>
          <p:cNvPr id="63491" name="Rectangle 3">
            <a:extLst>
              <a:ext uri="{FF2B5EF4-FFF2-40B4-BE49-F238E27FC236}">
                <a16:creationId xmlns:a16="http://schemas.microsoft.com/office/drawing/2014/main" id="{C16942D6-9364-49D6-8DD1-9A94BF391548}"/>
              </a:ext>
            </a:extLst>
          </p:cNvPr>
          <p:cNvSpPr>
            <a:spLocks noGrp="1" noChangeArrowheads="1"/>
          </p:cNvSpPr>
          <p:nvPr>
            <p:ph type="body" idx="1"/>
          </p:nvPr>
        </p:nvSpPr>
        <p:spPr/>
        <p:txBody>
          <a:bodyPr/>
          <a:lstStyle/>
          <a:p>
            <a:pPr eaLnBrk="1" hangingPunct="1">
              <a:buFont typeface="Wingdings" charset="0"/>
              <a:buNone/>
              <a:defRPr/>
            </a:pPr>
            <a:r>
              <a:rPr lang="en-US">
                <a:cs typeface="+mn-cs"/>
              </a:rPr>
              <a:t>The insert algorithm for B+ Tree</a:t>
            </a:r>
          </a:p>
          <a:p>
            <a:pPr eaLnBrk="1" hangingPunct="1">
              <a:buFont typeface="Wingdings" charset="0"/>
              <a:buNone/>
              <a:defRPr/>
            </a:pPr>
            <a:endParaRPr lang="en-US">
              <a:cs typeface="+mn-cs"/>
            </a:endParaRPr>
          </a:p>
          <a:p>
            <a:pPr eaLnBrk="1" hangingPunct="1">
              <a:buFont typeface="Wingdings" charset="0"/>
              <a:buNone/>
              <a:defRPr/>
            </a:pPr>
            <a:endParaRPr lang="en-US">
              <a:cs typeface="+mn-cs"/>
            </a:endParaRPr>
          </a:p>
        </p:txBody>
      </p:sp>
      <p:graphicFrame>
        <p:nvGraphicFramePr>
          <p:cNvPr id="63553" name="Group 65">
            <a:extLst>
              <a:ext uri="{FF2B5EF4-FFF2-40B4-BE49-F238E27FC236}">
                <a16:creationId xmlns:a16="http://schemas.microsoft.com/office/drawing/2014/main" id="{C0864CFB-1224-4804-87A6-DE9FDB0E301C}"/>
              </a:ext>
            </a:extLst>
          </p:cNvPr>
          <p:cNvGraphicFramePr>
            <a:graphicFrameLocks noGrp="1"/>
          </p:cNvGraphicFramePr>
          <p:nvPr/>
        </p:nvGraphicFramePr>
        <p:xfrm>
          <a:off x="2209800" y="2133600"/>
          <a:ext cx="8382000" cy="4578350"/>
        </p:xfrm>
        <a:graphic>
          <a:graphicData uri="http://schemas.openxmlformats.org/drawingml/2006/table">
            <a:tbl>
              <a:tblPr/>
              <a:tblGrid>
                <a:gridCol w="9906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6248400">
                  <a:extLst>
                    <a:ext uri="{9D8B030D-6E8A-4147-A177-3AD203B41FA5}">
                      <a16:colId xmlns:a16="http://schemas.microsoft.com/office/drawing/2014/main" val="20002"/>
                    </a:ext>
                  </a:extLst>
                </a:gridCol>
              </a:tblGrid>
              <a:tr h="518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Leaf Node Full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Index Node Full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Action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567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NO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NO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Place the record in sorted position in the appropriate leaf page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8641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YES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NO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Split the leaf node</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Place Middle Key in the index node in sorted order. </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Left leaf node contains records with keys below the middle key. </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Right leaf node contains records with keys equal to or greater than the middle key.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18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YES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YES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Split the leaf node. </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Records with keys &lt; middle key go to the left leaf node. </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Records with keys &gt;= middle key go to the right leaf node. </a:t>
                      </a:r>
                      <a:br>
                        <a:rPr kumimoji="0" lang="en-US" sz="1400" b="0" i="0" u="none" strike="noStrike" cap="none" normalizeH="0" baseline="0" dirty="0">
                          <a:ln>
                            <a:noFill/>
                          </a:ln>
                          <a:solidFill>
                            <a:schemeClr val="tx1"/>
                          </a:solidFill>
                          <a:effectLst/>
                          <a:latin typeface="Arial" charset="0"/>
                          <a:ea typeface="ＭＳ Ｐゴシック" charset="0"/>
                        </a:rPr>
                      </a:br>
                      <a:r>
                        <a:rPr kumimoji="0" lang="en-US" sz="1400" b="0" i="0" u="none" strike="noStrike" cap="none" normalizeH="0" baseline="0" dirty="0">
                          <a:ln>
                            <a:noFill/>
                          </a:ln>
                          <a:solidFill>
                            <a:schemeClr val="tx1"/>
                          </a:solidFill>
                          <a:effectLst/>
                          <a:latin typeface="Arial" charset="0"/>
                          <a:ea typeface="ＭＳ Ｐゴシック" charset="0"/>
                        </a:rPr>
                        <a:t>Split the index node. </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Keys &lt; middle key go to the left index node. </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Keys &gt; middle key go to the right index node. </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dirty="0">
                          <a:ln>
                            <a:noFill/>
                          </a:ln>
                          <a:solidFill>
                            <a:schemeClr val="tx1"/>
                          </a:solidFill>
                          <a:effectLst/>
                          <a:latin typeface="Arial" charset="0"/>
                          <a:ea typeface="ＭＳ Ｐゴシック" charset="0"/>
                        </a:rPr>
                        <a:t>The middle key goes to the next (higher level) index node. </a:t>
                      </a:r>
                      <a:br>
                        <a:rPr kumimoji="0" lang="en-US" sz="1400" b="0" i="0" u="none" strike="noStrike" cap="none" normalizeH="0" baseline="0" dirty="0">
                          <a:ln>
                            <a:noFill/>
                          </a:ln>
                          <a:solidFill>
                            <a:schemeClr val="tx1"/>
                          </a:solidFill>
                          <a:effectLst/>
                          <a:latin typeface="Arial" charset="0"/>
                          <a:ea typeface="ＭＳ Ｐゴシック" charset="0"/>
                        </a:rPr>
                      </a:br>
                      <a:br>
                        <a:rPr kumimoji="0" lang="en-US" sz="1400" b="0" i="0" u="none" strike="noStrike" cap="none" normalizeH="0" baseline="0" dirty="0">
                          <a:ln>
                            <a:noFill/>
                          </a:ln>
                          <a:solidFill>
                            <a:schemeClr val="tx1"/>
                          </a:solidFill>
                          <a:effectLst/>
                          <a:latin typeface="Arial" charset="0"/>
                          <a:ea typeface="ＭＳ Ｐゴシック" charset="0"/>
                        </a:rPr>
                      </a:br>
                      <a:r>
                        <a:rPr kumimoji="0" lang="en-US" sz="1400" b="0" i="0" u="none" strike="noStrike" cap="none" normalizeH="0" baseline="0" dirty="0">
                          <a:ln>
                            <a:noFill/>
                          </a:ln>
                          <a:solidFill>
                            <a:schemeClr val="tx1"/>
                          </a:solidFill>
                          <a:effectLst/>
                          <a:latin typeface="Arial" charset="0"/>
                          <a:ea typeface="ＭＳ Ｐゴシック" charset="0"/>
                        </a:rPr>
                        <a:t>IF the next level index node is full, continue splitting the index nodes.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B75F008-D0D3-4B14-96E6-769E6E73ECAF}"/>
              </a:ext>
            </a:extLst>
          </p:cNvPr>
          <p:cNvSpPr>
            <a:spLocks noGrp="1" noChangeArrowheads="1"/>
          </p:cNvSpPr>
          <p:nvPr>
            <p:ph type="title"/>
          </p:nvPr>
        </p:nvSpPr>
        <p:spPr/>
        <p:txBody>
          <a:bodyPr/>
          <a:lstStyle/>
          <a:p>
            <a:pPr eaLnBrk="1" hangingPunct="1">
              <a:defRPr/>
            </a:pPr>
            <a:r>
              <a:rPr lang="en-US">
                <a:cs typeface="+mj-cs"/>
              </a:rPr>
              <a:t>Insertion</a:t>
            </a:r>
          </a:p>
        </p:txBody>
      </p:sp>
      <p:sp>
        <p:nvSpPr>
          <p:cNvPr id="67587" name="Rectangle 3">
            <a:extLst>
              <a:ext uri="{FF2B5EF4-FFF2-40B4-BE49-F238E27FC236}">
                <a16:creationId xmlns:a16="http://schemas.microsoft.com/office/drawing/2014/main" id="{EE648FCB-EF3E-4C4B-984C-5CF71D09E379}"/>
              </a:ext>
            </a:extLst>
          </p:cNvPr>
          <p:cNvSpPr>
            <a:spLocks noGrp="1" noChangeArrowheads="1"/>
          </p:cNvSpPr>
          <p:nvPr>
            <p:ph type="body" idx="1"/>
          </p:nvPr>
        </p:nvSpPr>
        <p:spPr/>
        <p:txBody>
          <a:bodyPr/>
          <a:lstStyle/>
          <a:p>
            <a:pPr eaLnBrk="1" hangingPunct="1">
              <a:buFont typeface="Wingdings" charset="0"/>
              <a:buChar char="n"/>
              <a:defRPr/>
            </a:pPr>
            <a:r>
              <a:rPr lang="en-US" dirty="0">
                <a:cs typeface="+mn-cs"/>
              </a:rPr>
              <a:t>Exercise: add a key value </a:t>
            </a:r>
            <a:r>
              <a:rPr lang="en-US" dirty="0">
                <a:solidFill>
                  <a:schemeClr val="accent2"/>
                </a:solidFill>
                <a:cs typeface="+mn-cs"/>
              </a:rPr>
              <a:t>95</a:t>
            </a:r>
            <a:r>
              <a:rPr lang="en-US" dirty="0">
                <a:cs typeface="+mn-cs"/>
              </a:rPr>
              <a:t> to the below tree. </a:t>
            </a:r>
          </a:p>
          <a:p>
            <a:pPr eaLnBrk="1" hangingPunct="1">
              <a:buFont typeface="Wingdings" charset="0"/>
              <a:buChar char="n"/>
              <a:defRPr/>
            </a:pPr>
            <a:endParaRPr lang="en-US" dirty="0">
              <a:cs typeface="+mn-cs"/>
            </a:endParaRPr>
          </a:p>
        </p:txBody>
      </p:sp>
      <p:pic>
        <p:nvPicPr>
          <p:cNvPr id="38915" name="Picture 4" descr="btree5">
            <a:extLst>
              <a:ext uri="{FF2B5EF4-FFF2-40B4-BE49-F238E27FC236}">
                <a16:creationId xmlns:a16="http://schemas.microsoft.com/office/drawing/2014/main" id="{FB526838-64F3-4D1A-8F11-A5C29C568B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438400"/>
            <a:ext cx="79248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Rectangle 6">
            <a:extLst>
              <a:ext uri="{FF2B5EF4-FFF2-40B4-BE49-F238E27FC236}">
                <a16:creationId xmlns:a16="http://schemas.microsoft.com/office/drawing/2014/main" id="{1D266C82-09AD-4F1E-8F4A-7A8760B3105E}"/>
              </a:ext>
            </a:extLst>
          </p:cNvPr>
          <p:cNvSpPr>
            <a:spLocks noChangeArrowheads="1"/>
          </p:cNvSpPr>
          <p:nvPr/>
        </p:nvSpPr>
        <p:spPr bwMode="auto">
          <a:xfrm>
            <a:off x="8077200" y="4876800"/>
            <a:ext cx="22860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75   80   </a:t>
            </a:r>
            <a:r>
              <a:rPr lang="en-US">
                <a:solidFill>
                  <a:srgbClr val="0000FF"/>
                </a:solidFill>
                <a:latin typeface="Arial" charset="0"/>
                <a:ea typeface="ＭＳ Ｐゴシック" charset="0"/>
              </a:rPr>
              <a:t>85</a:t>
            </a:r>
            <a:r>
              <a:rPr lang="en-US">
                <a:latin typeface="Arial" charset="0"/>
                <a:ea typeface="ＭＳ Ｐゴシック" charset="0"/>
              </a:rPr>
              <a:t>   90   </a:t>
            </a:r>
            <a:r>
              <a:rPr lang="en-US">
                <a:solidFill>
                  <a:schemeClr val="accent2"/>
                </a:solidFill>
                <a:latin typeface="Arial" charset="0"/>
                <a:ea typeface="ＭＳ Ｐゴシック" charset="0"/>
              </a:rPr>
              <a:t>95</a:t>
            </a:r>
            <a:r>
              <a:rPr lang="en-US">
                <a:latin typeface="Arial" charset="0"/>
                <a:ea typeface="ＭＳ Ｐゴシック" charset="0"/>
              </a:rPr>
              <a:t> </a:t>
            </a:r>
          </a:p>
        </p:txBody>
      </p:sp>
      <p:sp>
        <p:nvSpPr>
          <p:cNvPr id="67591" name="Line 7">
            <a:extLst>
              <a:ext uri="{FF2B5EF4-FFF2-40B4-BE49-F238E27FC236}">
                <a16:creationId xmlns:a16="http://schemas.microsoft.com/office/drawing/2014/main" id="{435F93DB-8FB3-4F96-8646-B846DEDB993A}"/>
              </a:ext>
            </a:extLst>
          </p:cNvPr>
          <p:cNvSpPr>
            <a:spLocks noChangeShapeType="1"/>
          </p:cNvSpPr>
          <p:nvPr/>
        </p:nvSpPr>
        <p:spPr bwMode="auto">
          <a:xfrm>
            <a:off x="8534400" y="48768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592" name="Line 8">
            <a:extLst>
              <a:ext uri="{FF2B5EF4-FFF2-40B4-BE49-F238E27FC236}">
                <a16:creationId xmlns:a16="http://schemas.microsoft.com/office/drawing/2014/main" id="{53B47AFD-93F6-4B38-B8DC-C62128140C49}"/>
              </a:ext>
            </a:extLst>
          </p:cNvPr>
          <p:cNvSpPr>
            <a:spLocks noChangeShapeType="1"/>
          </p:cNvSpPr>
          <p:nvPr/>
        </p:nvSpPr>
        <p:spPr bwMode="auto">
          <a:xfrm>
            <a:off x="8991600" y="48768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593" name="Line 9">
            <a:extLst>
              <a:ext uri="{FF2B5EF4-FFF2-40B4-BE49-F238E27FC236}">
                <a16:creationId xmlns:a16="http://schemas.microsoft.com/office/drawing/2014/main" id="{6F4BF962-26EA-4C87-AE44-CA4CA3BBC0D6}"/>
              </a:ext>
            </a:extLst>
          </p:cNvPr>
          <p:cNvSpPr>
            <a:spLocks noChangeShapeType="1"/>
          </p:cNvSpPr>
          <p:nvPr/>
        </p:nvSpPr>
        <p:spPr bwMode="auto">
          <a:xfrm>
            <a:off x="9448800" y="48768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597" name="Line 13">
            <a:extLst>
              <a:ext uri="{FF2B5EF4-FFF2-40B4-BE49-F238E27FC236}">
                <a16:creationId xmlns:a16="http://schemas.microsoft.com/office/drawing/2014/main" id="{048D03DF-3485-4828-AF6D-6EDAC751699D}"/>
              </a:ext>
            </a:extLst>
          </p:cNvPr>
          <p:cNvSpPr>
            <a:spLocks noChangeShapeType="1"/>
          </p:cNvSpPr>
          <p:nvPr/>
        </p:nvSpPr>
        <p:spPr bwMode="auto">
          <a:xfrm>
            <a:off x="9906000" y="48768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598" name="Rectangle 14">
            <a:extLst>
              <a:ext uri="{FF2B5EF4-FFF2-40B4-BE49-F238E27FC236}">
                <a16:creationId xmlns:a16="http://schemas.microsoft.com/office/drawing/2014/main" id="{46B1F206-6252-4CDA-A7B7-1A3127115C16}"/>
              </a:ext>
            </a:extLst>
          </p:cNvPr>
          <p:cNvSpPr>
            <a:spLocks noChangeArrowheads="1"/>
          </p:cNvSpPr>
          <p:nvPr/>
        </p:nvSpPr>
        <p:spPr bwMode="auto">
          <a:xfrm>
            <a:off x="8077200" y="5791200"/>
            <a:ext cx="22860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 25   50   60   75   </a:t>
            </a:r>
            <a:r>
              <a:rPr lang="en-US">
                <a:solidFill>
                  <a:srgbClr val="0000FF"/>
                </a:solidFill>
                <a:latin typeface="Arial" charset="0"/>
                <a:ea typeface="ＭＳ Ｐゴシック" charset="0"/>
              </a:rPr>
              <a:t>85</a:t>
            </a:r>
            <a:r>
              <a:rPr lang="en-US">
                <a:latin typeface="Arial" charset="0"/>
                <a:ea typeface="ＭＳ Ｐゴシック" charset="0"/>
              </a:rPr>
              <a:t>  </a:t>
            </a:r>
          </a:p>
        </p:txBody>
      </p:sp>
      <p:sp>
        <p:nvSpPr>
          <p:cNvPr id="67599" name="Line 15">
            <a:extLst>
              <a:ext uri="{FF2B5EF4-FFF2-40B4-BE49-F238E27FC236}">
                <a16:creationId xmlns:a16="http://schemas.microsoft.com/office/drawing/2014/main" id="{00E54B5C-3624-40AC-8C08-72E25BF699BE}"/>
              </a:ext>
            </a:extLst>
          </p:cNvPr>
          <p:cNvSpPr>
            <a:spLocks noChangeShapeType="1"/>
          </p:cNvSpPr>
          <p:nvPr/>
        </p:nvSpPr>
        <p:spPr bwMode="auto">
          <a:xfrm>
            <a:off x="85344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0" name="Line 16">
            <a:extLst>
              <a:ext uri="{FF2B5EF4-FFF2-40B4-BE49-F238E27FC236}">
                <a16:creationId xmlns:a16="http://schemas.microsoft.com/office/drawing/2014/main" id="{ACC22103-4C19-4078-8F44-38B1681954B1}"/>
              </a:ext>
            </a:extLst>
          </p:cNvPr>
          <p:cNvSpPr>
            <a:spLocks noChangeShapeType="1"/>
          </p:cNvSpPr>
          <p:nvPr/>
        </p:nvSpPr>
        <p:spPr bwMode="auto">
          <a:xfrm>
            <a:off x="89916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1" name="Line 17">
            <a:extLst>
              <a:ext uri="{FF2B5EF4-FFF2-40B4-BE49-F238E27FC236}">
                <a16:creationId xmlns:a16="http://schemas.microsoft.com/office/drawing/2014/main" id="{B0C186E5-544A-4B67-82B0-8D2AC63A1D98}"/>
              </a:ext>
            </a:extLst>
          </p:cNvPr>
          <p:cNvSpPr>
            <a:spLocks noChangeShapeType="1"/>
          </p:cNvSpPr>
          <p:nvPr/>
        </p:nvSpPr>
        <p:spPr bwMode="auto">
          <a:xfrm>
            <a:off x="94488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2" name="Line 18">
            <a:extLst>
              <a:ext uri="{FF2B5EF4-FFF2-40B4-BE49-F238E27FC236}">
                <a16:creationId xmlns:a16="http://schemas.microsoft.com/office/drawing/2014/main" id="{39FA7921-E550-4EFA-A2C5-3605FC4A8BD7}"/>
              </a:ext>
            </a:extLst>
          </p:cNvPr>
          <p:cNvSpPr>
            <a:spLocks noChangeShapeType="1"/>
          </p:cNvSpPr>
          <p:nvPr/>
        </p:nvSpPr>
        <p:spPr bwMode="auto">
          <a:xfrm>
            <a:off x="99060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3" name="Line 19">
            <a:extLst>
              <a:ext uri="{FF2B5EF4-FFF2-40B4-BE49-F238E27FC236}">
                <a16:creationId xmlns:a16="http://schemas.microsoft.com/office/drawing/2014/main" id="{A6C45CAA-D359-4A8E-B1C2-0F189633E939}"/>
              </a:ext>
            </a:extLst>
          </p:cNvPr>
          <p:cNvSpPr>
            <a:spLocks noChangeShapeType="1"/>
          </p:cNvSpPr>
          <p:nvPr/>
        </p:nvSpPr>
        <p:spPr bwMode="auto">
          <a:xfrm>
            <a:off x="9982200" y="4114800"/>
            <a:ext cx="762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4" name="Line 20">
            <a:extLst>
              <a:ext uri="{FF2B5EF4-FFF2-40B4-BE49-F238E27FC236}">
                <a16:creationId xmlns:a16="http://schemas.microsoft.com/office/drawing/2014/main" id="{1B7D3200-5D3A-4D0E-851D-B65EE7CC6E29}"/>
              </a:ext>
            </a:extLst>
          </p:cNvPr>
          <p:cNvSpPr>
            <a:spLocks noChangeShapeType="1"/>
          </p:cNvSpPr>
          <p:nvPr/>
        </p:nvSpPr>
        <p:spPr bwMode="auto">
          <a:xfrm>
            <a:off x="9220200" y="5410200"/>
            <a:ext cx="914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5" name="Line 21">
            <a:extLst>
              <a:ext uri="{FF2B5EF4-FFF2-40B4-BE49-F238E27FC236}">
                <a16:creationId xmlns:a16="http://schemas.microsoft.com/office/drawing/2014/main" id="{25E6B793-A082-4212-95B4-B3F7991E3D6A}"/>
              </a:ext>
            </a:extLst>
          </p:cNvPr>
          <p:cNvSpPr>
            <a:spLocks noChangeShapeType="1"/>
          </p:cNvSpPr>
          <p:nvPr/>
        </p:nvSpPr>
        <p:spPr bwMode="auto">
          <a:xfrm>
            <a:off x="81534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6" name="Line 22">
            <a:extLst>
              <a:ext uri="{FF2B5EF4-FFF2-40B4-BE49-F238E27FC236}">
                <a16:creationId xmlns:a16="http://schemas.microsoft.com/office/drawing/2014/main" id="{53EE0E32-4524-4C81-8D32-8266A0088BF6}"/>
              </a:ext>
            </a:extLst>
          </p:cNvPr>
          <p:cNvSpPr>
            <a:spLocks noChangeShapeType="1"/>
          </p:cNvSpPr>
          <p:nvPr/>
        </p:nvSpPr>
        <p:spPr bwMode="auto">
          <a:xfrm>
            <a:off x="84582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7" name="Line 23">
            <a:extLst>
              <a:ext uri="{FF2B5EF4-FFF2-40B4-BE49-F238E27FC236}">
                <a16:creationId xmlns:a16="http://schemas.microsoft.com/office/drawing/2014/main" id="{6C24636B-1908-4C57-9A4A-233E7BE1259E}"/>
              </a:ext>
            </a:extLst>
          </p:cNvPr>
          <p:cNvSpPr>
            <a:spLocks noChangeShapeType="1"/>
          </p:cNvSpPr>
          <p:nvPr/>
        </p:nvSpPr>
        <p:spPr bwMode="auto">
          <a:xfrm>
            <a:off x="89154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8" name="Line 24">
            <a:extLst>
              <a:ext uri="{FF2B5EF4-FFF2-40B4-BE49-F238E27FC236}">
                <a16:creationId xmlns:a16="http://schemas.microsoft.com/office/drawing/2014/main" id="{CD63B4EF-3E30-46AC-BCA8-7A44BDF221FC}"/>
              </a:ext>
            </a:extLst>
          </p:cNvPr>
          <p:cNvSpPr>
            <a:spLocks noChangeShapeType="1"/>
          </p:cNvSpPr>
          <p:nvPr/>
        </p:nvSpPr>
        <p:spPr bwMode="auto">
          <a:xfrm>
            <a:off x="93726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09" name="Line 25">
            <a:extLst>
              <a:ext uri="{FF2B5EF4-FFF2-40B4-BE49-F238E27FC236}">
                <a16:creationId xmlns:a16="http://schemas.microsoft.com/office/drawing/2014/main" id="{42D0325D-F5E0-4D1F-B27A-C1CC2C0E4543}"/>
              </a:ext>
            </a:extLst>
          </p:cNvPr>
          <p:cNvSpPr>
            <a:spLocks noChangeShapeType="1"/>
          </p:cNvSpPr>
          <p:nvPr/>
        </p:nvSpPr>
        <p:spPr bwMode="auto">
          <a:xfrm>
            <a:off x="98298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10" name="Line 26">
            <a:extLst>
              <a:ext uri="{FF2B5EF4-FFF2-40B4-BE49-F238E27FC236}">
                <a16:creationId xmlns:a16="http://schemas.microsoft.com/office/drawing/2014/main" id="{D7D3BFBB-C525-443A-83FD-A2CA4EDE1F05}"/>
              </a:ext>
            </a:extLst>
          </p:cNvPr>
          <p:cNvSpPr>
            <a:spLocks noChangeShapeType="1"/>
          </p:cNvSpPr>
          <p:nvPr/>
        </p:nvSpPr>
        <p:spPr bwMode="auto">
          <a:xfrm>
            <a:off x="10287000" y="5791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11" name="Rectangle 27">
            <a:extLst>
              <a:ext uri="{FF2B5EF4-FFF2-40B4-BE49-F238E27FC236}">
                <a16:creationId xmlns:a16="http://schemas.microsoft.com/office/drawing/2014/main" id="{F755535D-64F8-45CE-95BC-2AAB710CFECB}"/>
              </a:ext>
            </a:extLst>
          </p:cNvPr>
          <p:cNvSpPr>
            <a:spLocks noChangeArrowheads="1"/>
          </p:cNvSpPr>
          <p:nvPr/>
        </p:nvSpPr>
        <p:spPr bwMode="auto">
          <a:xfrm>
            <a:off x="4876800" y="5715000"/>
            <a:ext cx="762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75  80</a:t>
            </a:r>
          </a:p>
        </p:txBody>
      </p:sp>
      <p:sp>
        <p:nvSpPr>
          <p:cNvPr id="67612" name="Line 28">
            <a:extLst>
              <a:ext uri="{FF2B5EF4-FFF2-40B4-BE49-F238E27FC236}">
                <a16:creationId xmlns:a16="http://schemas.microsoft.com/office/drawing/2014/main" id="{94EC66A5-60ED-45F7-98C7-4EBB20527CF2}"/>
              </a:ext>
            </a:extLst>
          </p:cNvPr>
          <p:cNvSpPr>
            <a:spLocks noChangeShapeType="1"/>
          </p:cNvSpPr>
          <p:nvPr/>
        </p:nvSpPr>
        <p:spPr bwMode="auto">
          <a:xfrm>
            <a:off x="5257800" y="5715000"/>
            <a:ext cx="0" cy="457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13" name="Rectangle 29">
            <a:extLst>
              <a:ext uri="{FF2B5EF4-FFF2-40B4-BE49-F238E27FC236}">
                <a16:creationId xmlns:a16="http://schemas.microsoft.com/office/drawing/2014/main" id="{4996E48C-6B04-41D7-91D1-DB0DC435909F}"/>
              </a:ext>
            </a:extLst>
          </p:cNvPr>
          <p:cNvSpPr>
            <a:spLocks noChangeArrowheads="1"/>
          </p:cNvSpPr>
          <p:nvPr/>
        </p:nvSpPr>
        <p:spPr bwMode="auto">
          <a:xfrm>
            <a:off x="5867400" y="5715000"/>
            <a:ext cx="1219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85  90  </a:t>
            </a:r>
            <a:r>
              <a:rPr lang="en-US">
                <a:solidFill>
                  <a:schemeClr val="accent2"/>
                </a:solidFill>
                <a:latin typeface="Arial" charset="0"/>
                <a:ea typeface="ＭＳ Ｐゴシック" charset="0"/>
              </a:rPr>
              <a:t>95</a:t>
            </a:r>
          </a:p>
        </p:txBody>
      </p:sp>
      <p:sp>
        <p:nvSpPr>
          <p:cNvPr id="67614" name="Line 30">
            <a:extLst>
              <a:ext uri="{FF2B5EF4-FFF2-40B4-BE49-F238E27FC236}">
                <a16:creationId xmlns:a16="http://schemas.microsoft.com/office/drawing/2014/main" id="{B27E08EA-5276-4E45-AFDE-46C602A840AB}"/>
              </a:ext>
            </a:extLst>
          </p:cNvPr>
          <p:cNvSpPr>
            <a:spLocks noChangeShapeType="1"/>
          </p:cNvSpPr>
          <p:nvPr/>
        </p:nvSpPr>
        <p:spPr bwMode="auto">
          <a:xfrm>
            <a:off x="6248400" y="5715000"/>
            <a:ext cx="0" cy="457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15" name="Line 31">
            <a:extLst>
              <a:ext uri="{FF2B5EF4-FFF2-40B4-BE49-F238E27FC236}">
                <a16:creationId xmlns:a16="http://schemas.microsoft.com/office/drawing/2014/main" id="{45384C39-EC9F-4554-9FB1-18E93B293718}"/>
              </a:ext>
            </a:extLst>
          </p:cNvPr>
          <p:cNvSpPr>
            <a:spLocks noChangeShapeType="1"/>
          </p:cNvSpPr>
          <p:nvPr/>
        </p:nvSpPr>
        <p:spPr bwMode="auto">
          <a:xfrm>
            <a:off x="6705600" y="5715000"/>
            <a:ext cx="0" cy="457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17" name="Line 33">
            <a:extLst>
              <a:ext uri="{FF2B5EF4-FFF2-40B4-BE49-F238E27FC236}">
                <a16:creationId xmlns:a16="http://schemas.microsoft.com/office/drawing/2014/main" id="{482B19F6-ED41-461C-9D2F-9294C026009F}"/>
              </a:ext>
            </a:extLst>
          </p:cNvPr>
          <p:cNvSpPr>
            <a:spLocks noChangeShapeType="1"/>
          </p:cNvSpPr>
          <p:nvPr/>
        </p:nvSpPr>
        <p:spPr bwMode="auto">
          <a:xfrm flipH="1">
            <a:off x="5791200" y="5181600"/>
            <a:ext cx="22098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18" name="Line 34">
            <a:extLst>
              <a:ext uri="{FF2B5EF4-FFF2-40B4-BE49-F238E27FC236}">
                <a16:creationId xmlns:a16="http://schemas.microsoft.com/office/drawing/2014/main" id="{41561C10-7E30-4ABF-82BD-CC2439499667}"/>
              </a:ext>
            </a:extLst>
          </p:cNvPr>
          <p:cNvSpPr>
            <a:spLocks noChangeShapeType="1"/>
          </p:cNvSpPr>
          <p:nvPr/>
        </p:nvSpPr>
        <p:spPr bwMode="auto">
          <a:xfrm flipH="1">
            <a:off x="5257800" y="5181600"/>
            <a:ext cx="5334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19" name="Line 35">
            <a:extLst>
              <a:ext uri="{FF2B5EF4-FFF2-40B4-BE49-F238E27FC236}">
                <a16:creationId xmlns:a16="http://schemas.microsoft.com/office/drawing/2014/main" id="{319996CA-11C7-4975-87F3-2145A6FF6AA5}"/>
              </a:ext>
            </a:extLst>
          </p:cNvPr>
          <p:cNvSpPr>
            <a:spLocks noChangeShapeType="1"/>
          </p:cNvSpPr>
          <p:nvPr/>
        </p:nvSpPr>
        <p:spPr bwMode="auto">
          <a:xfrm>
            <a:off x="5791200" y="5181600"/>
            <a:ext cx="685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7620" name="AutoShape 36">
            <a:extLst>
              <a:ext uri="{FF2B5EF4-FFF2-40B4-BE49-F238E27FC236}">
                <a16:creationId xmlns:a16="http://schemas.microsoft.com/office/drawing/2014/main" id="{59204B38-0D67-48C8-AA73-A62512FB14A0}"/>
              </a:ext>
            </a:extLst>
          </p:cNvPr>
          <p:cNvSpPr>
            <a:spLocks noChangeArrowheads="1"/>
          </p:cNvSpPr>
          <p:nvPr/>
        </p:nvSpPr>
        <p:spPr bwMode="auto">
          <a:xfrm>
            <a:off x="1828800" y="5181600"/>
            <a:ext cx="2209800" cy="1143000"/>
          </a:xfrm>
          <a:prstGeom prst="wedgeEllipseCallout">
            <a:avLst>
              <a:gd name="adj1" fmla="val 116093"/>
              <a:gd name="adj2" fmla="val -3152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en-US" dirty="0">
                <a:latin typeface="Arial" charset="0"/>
                <a:ea typeface="ＭＳ Ｐゴシック" charset="0"/>
              </a:rPr>
              <a:t>Leaf node full, split the leaf.</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0DDBEBB9-1E75-43EB-B8FD-1FBCBD0AAC50}"/>
              </a:ext>
            </a:extLst>
          </p:cNvPr>
          <p:cNvSpPr>
            <a:spLocks noGrp="1" noChangeArrowheads="1"/>
          </p:cNvSpPr>
          <p:nvPr>
            <p:ph type="title"/>
          </p:nvPr>
        </p:nvSpPr>
        <p:spPr/>
        <p:txBody>
          <a:bodyPr/>
          <a:lstStyle/>
          <a:p>
            <a:pPr eaLnBrk="1" hangingPunct="1">
              <a:defRPr/>
            </a:pPr>
            <a:r>
              <a:rPr lang="en-US">
                <a:cs typeface="+mj-cs"/>
              </a:rPr>
              <a:t>Insertion</a:t>
            </a:r>
          </a:p>
        </p:txBody>
      </p:sp>
      <p:sp>
        <p:nvSpPr>
          <p:cNvPr id="68611" name="Rectangle 3">
            <a:extLst>
              <a:ext uri="{FF2B5EF4-FFF2-40B4-BE49-F238E27FC236}">
                <a16:creationId xmlns:a16="http://schemas.microsoft.com/office/drawing/2014/main" id="{21AC5C66-D3E4-435A-BC84-69860764681C}"/>
              </a:ext>
            </a:extLst>
          </p:cNvPr>
          <p:cNvSpPr>
            <a:spLocks noGrp="1" noChangeArrowheads="1"/>
          </p:cNvSpPr>
          <p:nvPr>
            <p:ph type="body" idx="1"/>
          </p:nvPr>
        </p:nvSpPr>
        <p:spPr/>
        <p:txBody>
          <a:bodyPr/>
          <a:lstStyle/>
          <a:p>
            <a:pPr eaLnBrk="1" hangingPunct="1">
              <a:buFont typeface="Wingdings" charset="0"/>
              <a:buChar char="n"/>
              <a:defRPr/>
            </a:pPr>
            <a:r>
              <a:rPr lang="en-US">
                <a:cs typeface="+mn-cs"/>
              </a:rPr>
              <a:t>Result: again put the middle key 60 to the index page and rearrange the tree.</a:t>
            </a:r>
          </a:p>
          <a:p>
            <a:pPr eaLnBrk="1" hangingPunct="1">
              <a:buFont typeface="Wingdings" charset="0"/>
              <a:buNone/>
              <a:defRPr/>
            </a:pPr>
            <a:endParaRPr lang="en-US">
              <a:cs typeface="+mn-cs"/>
            </a:endParaRPr>
          </a:p>
        </p:txBody>
      </p:sp>
      <p:pic>
        <p:nvPicPr>
          <p:cNvPr id="40963" name="Picture 4" descr="btree6">
            <a:extLst>
              <a:ext uri="{FF2B5EF4-FFF2-40B4-BE49-F238E27FC236}">
                <a16:creationId xmlns:a16="http://schemas.microsoft.com/office/drawing/2014/main" id="{0D31F413-4E91-409F-9F8C-6DF7237F0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806700"/>
            <a:ext cx="7912100"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F472831D-9F12-4D57-AFB0-E7CCB4D74594}"/>
              </a:ext>
            </a:extLst>
          </p:cNvPr>
          <p:cNvSpPr>
            <a:spLocks noGrp="1" noChangeArrowheads="1"/>
          </p:cNvSpPr>
          <p:nvPr>
            <p:ph type="title"/>
          </p:nvPr>
        </p:nvSpPr>
        <p:spPr/>
        <p:txBody>
          <a:bodyPr/>
          <a:lstStyle/>
          <a:p>
            <a:pPr eaLnBrk="1" hangingPunct="1">
              <a:defRPr/>
            </a:pPr>
            <a:r>
              <a:rPr lang="en-US">
                <a:cs typeface="+mj-cs"/>
              </a:rPr>
              <a:t>Deletion</a:t>
            </a:r>
          </a:p>
        </p:txBody>
      </p:sp>
      <p:sp>
        <p:nvSpPr>
          <p:cNvPr id="95235" name="Rectangle 3">
            <a:extLst>
              <a:ext uri="{FF2B5EF4-FFF2-40B4-BE49-F238E27FC236}">
                <a16:creationId xmlns:a16="http://schemas.microsoft.com/office/drawing/2014/main" id="{E382372E-C480-46CD-8918-FF70AAC27B81}"/>
              </a:ext>
            </a:extLst>
          </p:cNvPr>
          <p:cNvSpPr>
            <a:spLocks noGrp="1" noChangeArrowheads="1"/>
          </p:cNvSpPr>
          <p:nvPr>
            <p:ph type="body" idx="1"/>
          </p:nvPr>
        </p:nvSpPr>
        <p:spPr>
          <a:xfrm>
            <a:off x="2438400" y="1600200"/>
            <a:ext cx="7772400" cy="5257800"/>
          </a:xfrm>
        </p:spPr>
        <p:txBody>
          <a:bodyPr/>
          <a:lstStyle/>
          <a:p>
            <a:pPr eaLnBrk="1" hangingPunct="1">
              <a:buFont typeface="Wingdings" charset="0"/>
              <a:buChar char="n"/>
              <a:defRPr/>
            </a:pPr>
            <a:r>
              <a:rPr lang="en-US" sz="2400"/>
              <a:t>Same as insertion, the tree has to be rebuild if the deletion result violate the rule of B+ tree.</a:t>
            </a:r>
          </a:p>
          <a:p>
            <a:pPr eaLnBrk="1" hangingPunct="1">
              <a:buFont typeface="Wingdings" charset="0"/>
              <a:buChar char="n"/>
              <a:defRPr/>
            </a:pPr>
            <a:r>
              <a:rPr lang="en-US" sz="2400"/>
              <a:t>Example #1: delete </a:t>
            </a:r>
            <a:r>
              <a:rPr lang="en-US" sz="2400">
                <a:solidFill>
                  <a:schemeClr val="accent2"/>
                </a:solidFill>
              </a:rPr>
              <a:t>70</a:t>
            </a:r>
            <a:r>
              <a:rPr lang="en-US" sz="2400"/>
              <a:t> from the tree</a:t>
            </a:r>
          </a:p>
        </p:txBody>
      </p:sp>
      <p:pic>
        <p:nvPicPr>
          <p:cNvPr id="43011" name="Picture 5" descr="btree6">
            <a:extLst>
              <a:ext uri="{FF2B5EF4-FFF2-40B4-BE49-F238E27FC236}">
                <a16:creationId xmlns:a16="http://schemas.microsoft.com/office/drawing/2014/main" id="{0C06FCE0-2506-4966-A376-979C6B6BC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806700"/>
            <a:ext cx="7912100"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8" name="Rectangle 6">
            <a:extLst>
              <a:ext uri="{FF2B5EF4-FFF2-40B4-BE49-F238E27FC236}">
                <a16:creationId xmlns:a16="http://schemas.microsoft.com/office/drawing/2014/main" id="{BAAA7738-79B6-456B-A1C4-663C7DCC828D}"/>
              </a:ext>
            </a:extLst>
          </p:cNvPr>
          <p:cNvSpPr>
            <a:spLocks noChangeArrowheads="1"/>
          </p:cNvSpPr>
          <p:nvPr/>
        </p:nvSpPr>
        <p:spPr bwMode="auto">
          <a:xfrm>
            <a:off x="4191000" y="6019800"/>
            <a:ext cx="2362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60     65                  </a:t>
            </a:r>
          </a:p>
        </p:txBody>
      </p:sp>
      <p:sp>
        <p:nvSpPr>
          <p:cNvPr id="95239" name="Line 7">
            <a:extLst>
              <a:ext uri="{FF2B5EF4-FFF2-40B4-BE49-F238E27FC236}">
                <a16:creationId xmlns:a16="http://schemas.microsoft.com/office/drawing/2014/main" id="{76D4B8CC-6EFF-4630-84AE-782460275FC5}"/>
              </a:ext>
            </a:extLst>
          </p:cNvPr>
          <p:cNvSpPr>
            <a:spLocks noChangeShapeType="1"/>
          </p:cNvSpPr>
          <p:nvPr/>
        </p:nvSpPr>
        <p:spPr bwMode="auto">
          <a:xfrm>
            <a:off x="5410200" y="60198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5240" name="Line 8">
            <a:extLst>
              <a:ext uri="{FF2B5EF4-FFF2-40B4-BE49-F238E27FC236}">
                <a16:creationId xmlns:a16="http://schemas.microsoft.com/office/drawing/2014/main" id="{D428F950-00DD-44E9-8343-1FDBC0D6CB08}"/>
              </a:ext>
            </a:extLst>
          </p:cNvPr>
          <p:cNvSpPr>
            <a:spLocks noChangeShapeType="1"/>
          </p:cNvSpPr>
          <p:nvPr/>
        </p:nvSpPr>
        <p:spPr bwMode="auto">
          <a:xfrm>
            <a:off x="4800600" y="60198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5241" name="Line 9">
            <a:extLst>
              <a:ext uri="{FF2B5EF4-FFF2-40B4-BE49-F238E27FC236}">
                <a16:creationId xmlns:a16="http://schemas.microsoft.com/office/drawing/2014/main" id="{6B8C4B0A-1025-4D93-9D59-A6B75D31F53E}"/>
              </a:ext>
            </a:extLst>
          </p:cNvPr>
          <p:cNvSpPr>
            <a:spLocks noChangeShapeType="1"/>
          </p:cNvSpPr>
          <p:nvPr/>
        </p:nvSpPr>
        <p:spPr bwMode="auto">
          <a:xfrm>
            <a:off x="6019800" y="60198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5244" name="Line 12">
            <a:extLst>
              <a:ext uri="{FF2B5EF4-FFF2-40B4-BE49-F238E27FC236}">
                <a16:creationId xmlns:a16="http://schemas.microsoft.com/office/drawing/2014/main" id="{97B0CBD3-CC0D-45F5-B71F-C57CE8CC760C}"/>
              </a:ext>
            </a:extLst>
          </p:cNvPr>
          <p:cNvSpPr>
            <a:spLocks noChangeShapeType="1"/>
          </p:cNvSpPr>
          <p:nvPr/>
        </p:nvSpPr>
        <p:spPr bwMode="auto">
          <a:xfrm>
            <a:off x="7848600" y="51816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5245" name="Line 13">
            <a:extLst>
              <a:ext uri="{FF2B5EF4-FFF2-40B4-BE49-F238E27FC236}">
                <a16:creationId xmlns:a16="http://schemas.microsoft.com/office/drawing/2014/main" id="{E5B82E7D-3865-4D86-A5C0-8597A059F58E}"/>
              </a:ext>
            </a:extLst>
          </p:cNvPr>
          <p:cNvSpPr>
            <a:spLocks noChangeShapeType="1"/>
          </p:cNvSpPr>
          <p:nvPr/>
        </p:nvSpPr>
        <p:spPr bwMode="auto">
          <a:xfrm flipH="1">
            <a:off x="7848600" y="52578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95246" name="AutoShape 14">
            <a:extLst>
              <a:ext uri="{FF2B5EF4-FFF2-40B4-BE49-F238E27FC236}">
                <a16:creationId xmlns:a16="http://schemas.microsoft.com/office/drawing/2014/main" id="{491F8FC8-9CAB-4285-AD17-43973B5CB687}"/>
              </a:ext>
            </a:extLst>
          </p:cNvPr>
          <p:cNvSpPr>
            <a:spLocks noChangeArrowheads="1"/>
          </p:cNvSpPr>
          <p:nvPr/>
        </p:nvSpPr>
        <p:spPr bwMode="auto">
          <a:xfrm>
            <a:off x="1676400" y="5638800"/>
            <a:ext cx="1981200" cy="762000"/>
          </a:xfrm>
          <a:prstGeom prst="wedgeEllipseCallout">
            <a:avLst>
              <a:gd name="adj1" fmla="val 73157"/>
              <a:gd name="adj2" fmla="val 48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en-US" dirty="0">
                <a:latin typeface="Arial" charset="0"/>
                <a:ea typeface="ＭＳ Ｐゴシック" charset="0"/>
              </a:rPr>
              <a:t>OK. Node &gt;=50% full</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23CFF80-4BDE-4D5B-8DB2-A6CE0EB29532}"/>
              </a:ext>
            </a:extLst>
          </p:cNvPr>
          <p:cNvSpPr>
            <a:spLocks noGrp="1" noChangeArrowheads="1"/>
          </p:cNvSpPr>
          <p:nvPr>
            <p:ph type="title"/>
          </p:nvPr>
        </p:nvSpPr>
        <p:spPr/>
        <p:txBody>
          <a:bodyPr/>
          <a:lstStyle/>
          <a:p>
            <a:pPr eaLnBrk="1" hangingPunct="1">
              <a:defRPr/>
            </a:pPr>
            <a:r>
              <a:rPr lang="en-US">
                <a:cs typeface="+mj-cs"/>
              </a:rPr>
              <a:t>Deletion</a:t>
            </a:r>
          </a:p>
        </p:txBody>
      </p:sp>
      <p:sp>
        <p:nvSpPr>
          <p:cNvPr id="66563" name="Rectangle 3">
            <a:extLst>
              <a:ext uri="{FF2B5EF4-FFF2-40B4-BE49-F238E27FC236}">
                <a16:creationId xmlns:a16="http://schemas.microsoft.com/office/drawing/2014/main" id="{F6F6F182-70F3-4570-8174-8A7FC0977F0E}"/>
              </a:ext>
            </a:extLst>
          </p:cNvPr>
          <p:cNvSpPr>
            <a:spLocks noGrp="1" noChangeArrowheads="1"/>
          </p:cNvSpPr>
          <p:nvPr>
            <p:ph type="body" idx="1"/>
          </p:nvPr>
        </p:nvSpPr>
        <p:spPr>
          <a:xfrm>
            <a:off x="2209800" y="1676400"/>
            <a:ext cx="8001000" cy="5029200"/>
          </a:xfrm>
        </p:spPr>
        <p:txBody>
          <a:bodyPr/>
          <a:lstStyle/>
          <a:p>
            <a:pPr lvl="1" eaLnBrk="1" hangingPunct="1">
              <a:buFont typeface="Wingdings" charset="0"/>
              <a:buChar char="n"/>
              <a:defRPr/>
            </a:pPr>
            <a:r>
              <a:rPr lang="en-US" sz="2000"/>
              <a:t>Result: </a:t>
            </a:r>
          </a:p>
          <a:p>
            <a:pPr eaLnBrk="1" hangingPunct="1">
              <a:buFont typeface="Wingdings" charset="0"/>
              <a:buNone/>
              <a:defRPr/>
            </a:pPr>
            <a:endParaRPr lang="en-US" sz="2000"/>
          </a:p>
        </p:txBody>
      </p:sp>
      <p:pic>
        <p:nvPicPr>
          <p:cNvPr id="45059" name="Picture 4" descr="btree8">
            <a:extLst>
              <a:ext uri="{FF2B5EF4-FFF2-40B4-BE49-F238E27FC236}">
                <a16:creationId xmlns:a16="http://schemas.microsoft.com/office/drawing/2014/main" id="{014CD001-BAC0-4245-8466-1924F5D50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286000"/>
            <a:ext cx="7874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BEC397B5-8A88-4F99-B813-FFE9B574C6AA}"/>
              </a:ext>
            </a:extLst>
          </p:cNvPr>
          <p:cNvSpPr>
            <a:spLocks noGrp="1" noChangeArrowheads="1"/>
          </p:cNvSpPr>
          <p:nvPr>
            <p:ph type="title"/>
          </p:nvPr>
        </p:nvSpPr>
        <p:spPr/>
        <p:txBody>
          <a:bodyPr/>
          <a:lstStyle/>
          <a:p>
            <a:pPr eaLnBrk="1" hangingPunct="1">
              <a:defRPr/>
            </a:pPr>
            <a:r>
              <a:rPr lang="en-US">
                <a:cs typeface="+mj-cs"/>
              </a:rPr>
              <a:t>Deletion</a:t>
            </a:r>
          </a:p>
        </p:txBody>
      </p:sp>
      <p:sp>
        <p:nvSpPr>
          <p:cNvPr id="69635" name="Rectangle 3">
            <a:extLst>
              <a:ext uri="{FF2B5EF4-FFF2-40B4-BE49-F238E27FC236}">
                <a16:creationId xmlns:a16="http://schemas.microsoft.com/office/drawing/2014/main" id="{DA43EA27-BA76-4586-8263-671F0CABE8E6}"/>
              </a:ext>
            </a:extLst>
          </p:cNvPr>
          <p:cNvSpPr>
            <a:spLocks noGrp="1" noChangeArrowheads="1"/>
          </p:cNvSpPr>
          <p:nvPr>
            <p:ph type="body" idx="1"/>
          </p:nvPr>
        </p:nvSpPr>
        <p:spPr>
          <a:xfrm>
            <a:off x="2438400" y="1600200"/>
            <a:ext cx="8229600" cy="5105400"/>
          </a:xfrm>
        </p:spPr>
        <p:txBody>
          <a:bodyPr/>
          <a:lstStyle/>
          <a:p>
            <a:pPr eaLnBrk="1" hangingPunct="1">
              <a:buFont typeface="Wingdings" charset="0"/>
              <a:buNone/>
              <a:defRPr/>
            </a:pPr>
            <a:r>
              <a:rPr lang="en-US">
                <a:cs typeface="+mn-cs"/>
              </a:rPr>
              <a:t>Example #2: delete </a:t>
            </a:r>
            <a:r>
              <a:rPr lang="en-US">
                <a:solidFill>
                  <a:schemeClr val="accent2"/>
                </a:solidFill>
                <a:cs typeface="+mn-cs"/>
              </a:rPr>
              <a:t>25</a:t>
            </a:r>
            <a:r>
              <a:rPr lang="en-US">
                <a:cs typeface="+mn-cs"/>
              </a:rPr>
              <a:t> from below tree, but </a:t>
            </a:r>
            <a:r>
              <a:rPr lang="en-US">
                <a:solidFill>
                  <a:schemeClr val="accent2"/>
                </a:solidFill>
                <a:cs typeface="+mn-cs"/>
              </a:rPr>
              <a:t>25</a:t>
            </a:r>
            <a:r>
              <a:rPr lang="en-US">
                <a:cs typeface="+mn-cs"/>
              </a:rPr>
              <a:t> appears in the index page.</a:t>
            </a:r>
          </a:p>
        </p:txBody>
      </p:sp>
      <p:pic>
        <p:nvPicPr>
          <p:cNvPr id="47107" name="Picture 4" descr="btree8">
            <a:extLst>
              <a:ext uri="{FF2B5EF4-FFF2-40B4-BE49-F238E27FC236}">
                <a16:creationId xmlns:a16="http://schemas.microsoft.com/office/drawing/2014/main" id="{81A1352E-0594-4AFD-B760-7D8BB2F9F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667000"/>
            <a:ext cx="7874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Rectangle 5">
            <a:extLst>
              <a:ext uri="{FF2B5EF4-FFF2-40B4-BE49-F238E27FC236}">
                <a16:creationId xmlns:a16="http://schemas.microsoft.com/office/drawing/2014/main" id="{0ECCA82C-A0D5-4E1A-BDFA-1F710676C588}"/>
              </a:ext>
            </a:extLst>
          </p:cNvPr>
          <p:cNvSpPr>
            <a:spLocks noChangeArrowheads="1"/>
          </p:cNvSpPr>
          <p:nvPr/>
        </p:nvSpPr>
        <p:spPr bwMode="auto">
          <a:xfrm>
            <a:off x="3733800" y="5715000"/>
            <a:ext cx="1828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28   30               </a:t>
            </a:r>
          </a:p>
        </p:txBody>
      </p:sp>
      <p:sp>
        <p:nvSpPr>
          <p:cNvPr id="69638" name="Line 6">
            <a:extLst>
              <a:ext uri="{FF2B5EF4-FFF2-40B4-BE49-F238E27FC236}">
                <a16:creationId xmlns:a16="http://schemas.microsoft.com/office/drawing/2014/main" id="{235DEBF1-9B1B-424D-A5A8-A3B337F445AA}"/>
              </a:ext>
            </a:extLst>
          </p:cNvPr>
          <p:cNvSpPr>
            <a:spLocks noChangeShapeType="1"/>
          </p:cNvSpPr>
          <p:nvPr/>
        </p:nvSpPr>
        <p:spPr bwMode="auto">
          <a:xfrm>
            <a:off x="4648200" y="5715000"/>
            <a:ext cx="0" cy="457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9639" name="Line 7">
            <a:extLst>
              <a:ext uri="{FF2B5EF4-FFF2-40B4-BE49-F238E27FC236}">
                <a16:creationId xmlns:a16="http://schemas.microsoft.com/office/drawing/2014/main" id="{CAC676CB-7344-414A-820A-58B43A6500A6}"/>
              </a:ext>
            </a:extLst>
          </p:cNvPr>
          <p:cNvSpPr>
            <a:spLocks noChangeShapeType="1"/>
          </p:cNvSpPr>
          <p:nvPr/>
        </p:nvSpPr>
        <p:spPr bwMode="auto">
          <a:xfrm>
            <a:off x="4191000" y="5715000"/>
            <a:ext cx="0" cy="457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9640" name="Line 8">
            <a:extLst>
              <a:ext uri="{FF2B5EF4-FFF2-40B4-BE49-F238E27FC236}">
                <a16:creationId xmlns:a16="http://schemas.microsoft.com/office/drawing/2014/main" id="{AA7F34C8-5D3F-4FDC-BC01-23FF9C5E1D44}"/>
              </a:ext>
            </a:extLst>
          </p:cNvPr>
          <p:cNvSpPr>
            <a:spLocks noChangeShapeType="1"/>
          </p:cNvSpPr>
          <p:nvPr/>
        </p:nvSpPr>
        <p:spPr bwMode="auto">
          <a:xfrm>
            <a:off x="5105400" y="5715000"/>
            <a:ext cx="0" cy="457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9641" name="Line 9">
            <a:extLst>
              <a:ext uri="{FF2B5EF4-FFF2-40B4-BE49-F238E27FC236}">
                <a16:creationId xmlns:a16="http://schemas.microsoft.com/office/drawing/2014/main" id="{FA9885E6-68B8-4835-8DFB-971405BC249B}"/>
              </a:ext>
            </a:extLst>
          </p:cNvPr>
          <p:cNvSpPr>
            <a:spLocks noChangeShapeType="1"/>
          </p:cNvSpPr>
          <p:nvPr/>
        </p:nvSpPr>
        <p:spPr bwMode="auto">
          <a:xfrm>
            <a:off x="4267200" y="50292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9642" name="Line 10">
            <a:extLst>
              <a:ext uri="{FF2B5EF4-FFF2-40B4-BE49-F238E27FC236}">
                <a16:creationId xmlns:a16="http://schemas.microsoft.com/office/drawing/2014/main" id="{2481B4DB-70B1-48A6-8ADA-2B1FB3BEBAC5}"/>
              </a:ext>
            </a:extLst>
          </p:cNvPr>
          <p:cNvSpPr>
            <a:spLocks noChangeShapeType="1"/>
          </p:cNvSpPr>
          <p:nvPr/>
        </p:nvSpPr>
        <p:spPr bwMode="auto">
          <a:xfrm flipH="1">
            <a:off x="4267200" y="51054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69643" name="AutoShape 11">
            <a:extLst>
              <a:ext uri="{FF2B5EF4-FFF2-40B4-BE49-F238E27FC236}">
                <a16:creationId xmlns:a16="http://schemas.microsoft.com/office/drawing/2014/main" id="{6A36848E-23FF-4B7E-BFF5-3A4102E3B60B}"/>
              </a:ext>
            </a:extLst>
          </p:cNvPr>
          <p:cNvSpPr>
            <a:spLocks noChangeArrowheads="1"/>
          </p:cNvSpPr>
          <p:nvPr/>
        </p:nvSpPr>
        <p:spPr bwMode="auto">
          <a:xfrm>
            <a:off x="2133600" y="2590800"/>
            <a:ext cx="1905000" cy="609600"/>
          </a:xfrm>
          <a:prstGeom prst="wedgeEllipseCallout">
            <a:avLst>
              <a:gd name="adj1" fmla="val 35500"/>
              <a:gd name="adj2" fmla="val 13567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t>But…</a:t>
            </a:r>
          </a:p>
        </p:txBody>
      </p:sp>
      <p:sp>
        <p:nvSpPr>
          <p:cNvPr id="69644" name="AutoShape 12">
            <a:extLst>
              <a:ext uri="{FF2B5EF4-FFF2-40B4-BE49-F238E27FC236}">
                <a16:creationId xmlns:a16="http://schemas.microsoft.com/office/drawing/2014/main" id="{19B81D81-25EE-430A-B474-5B2CDE08B5F9}"/>
              </a:ext>
            </a:extLst>
          </p:cNvPr>
          <p:cNvSpPr>
            <a:spLocks noChangeArrowheads="1"/>
          </p:cNvSpPr>
          <p:nvPr/>
        </p:nvSpPr>
        <p:spPr bwMode="auto">
          <a:xfrm>
            <a:off x="1752600" y="6019800"/>
            <a:ext cx="1752600" cy="685800"/>
          </a:xfrm>
          <a:prstGeom prst="wedgeEllipseCallout">
            <a:avLst>
              <a:gd name="adj1" fmla="val 59148"/>
              <a:gd name="adj2" fmla="val -4884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en-US">
                <a:latin typeface="Arial" charset="0"/>
                <a:ea typeface="ＭＳ Ｐゴシック" charset="0"/>
              </a:rPr>
              <a:t>This is OK.</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0CF0FCEC-5E65-4800-9806-78424DB1B9A6}"/>
              </a:ext>
            </a:extLst>
          </p:cNvPr>
          <p:cNvSpPr>
            <a:spLocks noGrp="1" noChangeArrowheads="1"/>
          </p:cNvSpPr>
          <p:nvPr>
            <p:ph type="title"/>
          </p:nvPr>
        </p:nvSpPr>
        <p:spPr/>
        <p:txBody>
          <a:bodyPr/>
          <a:lstStyle/>
          <a:p>
            <a:pPr eaLnBrk="1" hangingPunct="1">
              <a:defRPr/>
            </a:pPr>
            <a:r>
              <a:rPr lang="en-US">
                <a:cs typeface="+mj-cs"/>
              </a:rPr>
              <a:t>Deletion</a:t>
            </a:r>
          </a:p>
        </p:txBody>
      </p:sp>
      <p:sp>
        <p:nvSpPr>
          <p:cNvPr id="70659" name="Rectangle 3">
            <a:extLst>
              <a:ext uri="{FF2B5EF4-FFF2-40B4-BE49-F238E27FC236}">
                <a16:creationId xmlns:a16="http://schemas.microsoft.com/office/drawing/2014/main" id="{4981DF29-00A5-4355-B393-7AFDECB3DCDE}"/>
              </a:ext>
            </a:extLst>
          </p:cNvPr>
          <p:cNvSpPr>
            <a:spLocks noGrp="1" noChangeArrowheads="1"/>
          </p:cNvSpPr>
          <p:nvPr>
            <p:ph type="body" idx="1"/>
          </p:nvPr>
        </p:nvSpPr>
        <p:spPr>
          <a:xfrm>
            <a:off x="1981200" y="1600200"/>
            <a:ext cx="8229600" cy="5257800"/>
          </a:xfrm>
        </p:spPr>
        <p:txBody>
          <a:bodyPr/>
          <a:lstStyle/>
          <a:p>
            <a:pPr eaLnBrk="1" hangingPunct="1">
              <a:buFont typeface="Wingdings" charset="0"/>
              <a:buChar char="n"/>
              <a:defRPr/>
            </a:pPr>
            <a:r>
              <a:rPr lang="en-US">
                <a:cs typeface="+mn-cs"/>
              </a:rPr>
              <a:t>Result: replace </a:t>
            </a:r>
            <a:r>
              <a:rPr lang="en-US">
                <a:solidFill>
                  <a:srgbClr val="0000FF"/>
                </a:solidFill>
                <a:cs typeface="+mn-cs"/>
              </a:rPr>
              <a:t>28</a:t>
            </a:r>
            <a:r>
              <a:rPr lang="en-US">
                <a:cs typeface="+mn-cs"/>
              </a:rPr>
              <a:t> in the index page.</a:t>
            </a:r>
          </a:p>
          <a:p>
            <a:pPr eaLnBrk="1" hangingPunct="1">
              <a:buFont typeface="Wingdings" charset="0"/>
              <a:buNone/>
              <a:defRPr/>
            </a:pPr>
            <a:endParaRPr lang="en-US">
              <a:cs typeface="+mn-cs"/>
            </a:endParaRPr>
          </a:p>
        </p:txBody>
      </p:sp>
      <p:pic>
        <p:nvPicPr>
          <p:cNvPr id="49155" name="Picture 4" descr="btree9">
            <a:extLst>
              <a:ext uri="{FF2B5EF4-FFF2-40B4-BE49-F238E27FC236}">
                <a16:creationId xmlns:a16="http://schemas.microsoft.com/office/drawing/2014/main" id="{24DA29DD-5BC7-4C5E-87E4-4A1A14A933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209800"/>
            <a:ext cx="796290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1" name="AutoShape 5">
            <a:extLst>
              <a:ext uri="{FF2B5EF4-FFF2-40B4-BE49-F238E27FC236}">
                <a16:creationId xmlns:a16="http://schemas.microsoft.com/office/drawing/2014/main" id="{1ABB3ACC-78DB-404D-8581-2EAEBF09FD1C}"/>
              </a:ext>
            </a:extLst>
          </p:cNvPr>
          <p:cNvSpPr>
            <a:spLocks noChangeArrowheads="1"/>
          </p:cNvSpPr>
          <p:nvPr/>
        </p:nvSpPr>
        <p:spPr bwMode="auto">
          <a:xfrm>
            <a:off x="2133600" y="2438400"/>
            <a:ext cx="1524000" cy="609600"/>
          </a:xfrm>
          <a:prstGeom prst="wedgeEllipseCallout">
            <a:avLst>
              <a:gd name="adj1" fmla="val 26148"/>
              <a:gd name="adj2" fmla="val 11094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en-US">
                <a:latin typeface="Arial" charset="0"/>
                <a:ea typeface="ＭＳ Ｐゴシック" charset="0"/>
              </a:rPr>
              <a:t>Add 28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596564CA-2CFA-4AB0-8D24-1E01FCA39BF6}"/>
              </a:ext>
            </a:extLst>
          </p:cNvPr>
          <p:cNvSpPr>
            <a:spLocks noGrp="1" noChangeArrowheads="1"/>
          </p:cNvSpPr>
          <p:nvPr>
            <p:ph type="title"/>
          </p:nvPr>
        </p:nvSpPr>
        <p:spPr/>
        <p:txBody>
          <a:bodyPr/>
          <a:lstStyle/>
          <a:p>
            <a:pPr eaLnBrk="1" hangingPunct="1">
              <a:defRPr/>
            </a:pPr>
            <a:r>
              <a:rPr lang="en-US">
                <a:cs typeface="+mj-cs"/>
              </a:rPr>
              <a:t>Deletion</a:t>
            </a:r>
          </a:p>
        </p:txBody>
      </p:sp>
      <p:sp>
        <p:nvSpPr>
          <p:cNvPr id="71683" name="Rectangle 3">
            <a:extLst>
              <a:ext uri="{FF2B5EF4-FFF2-40B4-BE49-F238E27FC236}">
                <a16:creationId xmlns:a16="http://schemas.microsoft.com/office/drawing/2014/main" id="{C87A5B7E-2858-4148-8358-26D2D1FCD8F3}"/>
              </a:ext>
            </a:extLst>
          </p:cNvPr>
          <p:cNvSpPr>
            <a:spLocks noGrp="1" noChangeArrowheads="1"/>
          </p:cNvSpPr>
          <p:nvPr>
            <p:ph type="body" idx="1"/>
          </p:nvPr>
        </p:nvSpPr>
        <p:spPr>
          <a:xfrm>
            <a:off x="1981200" y="1600200"/>
            <a:ext cx="8229600" cy="5105400"/>
          </a:xfrm>
        </p:spPr>
        <p:txBody>
          <a:bodyPr/>
          <a:lstStyle/>
          <a:p>
            <a:pPr eaLnBrk="1" hangingPunct="1">
              <a:buFont typeface="Wingdings" charset="0"/>
              <a:buChar char="n"/>
              <a:defRPr/>
            </a:pPr>
            <a:r>
              <a:rPr lang="en-US">
                <a:cs typeface="+mn-cs"/>
              </a:rPr>
              <a:t>Example #3: delete </a:t>
            </a:r>
            <a:r>
              <a:rPr lang="en-US">
                <a:solidFill>
                  <a:schemeClr val="accent2"/>
                </a:solidFill>
                <a:cs typeface="+mn-cs"/>
              </a:rPr>
              <a:t>60</a:t>
            </a:r>
            <a:r>
              <a:rPr lang="en-US">
                <a:cs typeface="+mn-cs"/>
              </a:rPr>
              <a:t> from the below tree</a:t>
            </a:r>
          </a:p>
        </p:txBody>
      </p:sp>
      <p:pic>
        <p:nvPicPr>
          <p:cNvPr id="50179" name="Picture 4" descr="btree9">
            <a:extLst>
              <a:ext uri="{FF2B5EF4-FFF2-40B4-BE49-F238E27FC236}">
                <a16:creationId xmlns:a16="http://schemas.microsoft.com/office/drawing/2014/main" id="{F48F8127-9362-42A2-BD8C-30D93939AC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133600"/>
            <a:ext cx="796290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Rectangle 5">
            <a:extLst>
              <a:ext uri="{FF2B5EF4-FFF2-40B4-BE49-F238E27FC236}">
                <a16:creationId xmlns:a16="http://schemas.microsoft.com/office/drawing/2014/main" id="{1616B2B2-8571-4813-9F20-3988C398F3A8}"/>
              </a:ext>
            </a:extLst>
          </p:cNvPr>
          <p:cNvSpPr>
            <a:spLocks noChangeArrowheads="1"/>
          </p:cNvSpPr>
          <p:nvPr/>
        </p:nvSpPr>
        <p:spPr bwMode="auto">
          <a:xfrm>
            <a:off x="2667000" y="5486400"/>
            <a:ext cx="2209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65                           </a:t>
            </a:r>
          </a:p>
        </p:txBody>
      </p:sp>
      <p:sp>
        <p:nvSpPr>
          <p:cNvPr id="71686" name="Line 6">
            <a:extLst>
              <a:ext uri="{FF2B5EF4-FFF2-40B4-BE49-F238E27FC236}">
                <a16:creationId xmlns:a16="http://schemas.microsoft.com/office/drawing/2014/main" id="{26FA9DCF-66F4-4BA7-9699-2FD7F5CF8668}"/>
              </a:ext>
            </a:extLst>
          </p:cNvPr>
          <p:cNvSpPr>
            <a:spLocks noChangeShapeType="1"/>
          </p:cNvSpPr>
          <p:nvPr/>
        </p:nvSpPr>
        <p:spPr bwMode="auto">
          <a:xfrm>
            <a:off x="3810000" y="54864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71687" name="Line 7">
            <a:extLst>
              <a:ext uri="{FF2B5EF4-FFF2-40B4-BE49-F238E27FC236}">
                <a16:creationId xmlns:a16="http://schemas.microsoft.com/office/drawing/2014/main" id="{D34502B5-3A69-47A6-B2BC-30E1F5E1C580}"/>
              </a:ext>
            </a:extLst>
          </p:cNvPr>
          <p:cNvSpPr>
            <a:spLocks noChangeShapeType="1"/>
          </p:cNvSpPr>
          <p:nvPr/>
        </p:nvSpPr>
        <p:spPr bwMode="auto">
          <a:xfrm>
            <a:off x="3200400" y="54864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71688" name="Line 8">
            <a:extLst>
              <a:ext uri="{FF2B5EF4-FFF2-40B4-BE49-F238E27FC236}">
                <a16:creationId xmlns:a16="http://schemas.microsoft.com/office/drawing/2014/main" id="{651C5B9B-929D-4978-A259-7F8FCB04414E}"/>
              </a:ext>
            </a:extLst>
          </p:cNvPr>
          <p:cNvSpPr>
            <a:spLocks noChangeShapeType="1"/>
          </p:cNvSpPr>
          <p:nvPr/>
        </p:nvSpPr>
        <p:spPr bwMode="auto">
          <a:xfrm>
            <a:off x="4343400" y="54864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71690" name="Rectangle 10">
            <a:extLst>
              <a:ext uri="{FF2B5EF4-FFF2-40B4-BE49-F238E27FC236}">
                <a16:creationId xmlns:a16="http://schemas.microsoft.com/office/drawing/2014/main" id="{ADB71D6E-08D4-4BE4-8C28-7B6CCA1FF3ED}"/>
              </a:ext>
            </a:extLst>
          </p:cNvPr>
          <p:cNvSpPr>
            <a:spLocks noChangeArrowheads="1"/>
          </p:cNvSpPr>
          <p:nvPr/>
        </p:nvSpPr>
        <p:spPr bwMode="auto">
          <a:xfrm>
            <a:off x="2667000" y="6172200"/>
            <a:ext cx="2209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rPr>
              <a:t>50    55     65       </a:t>
            </a:r>
          </a:p>
        </p:txBody>
      </p:sp>
      <p:sp>
        <p:nvSpPr>
          <p:cNvPr id="71691" name="Line 11">
            <a:extLst>
              <a:ext uri="{FF2B5EF4-FFF2-40B4-BE49-F238E27FC236}">
                <a16:creationId xmlns:a16="http://schemas.microsoft.com/office/drawing/2014/main" id="{D68EA694-D5A9-4441-A396-18B03D54497B}"/>
              </a:ext>
            </a:extLst>
          </p:cNvPr>
          <p:cNvSpPr>
            <a:spLocks noChangeShapeType="1"/>
          </p:cNvSpPr>
          <p:nvPr/>
        </p:nvSpPr>
        <p:spPr bwMode="auto">
          <a:xfrm>
            <a:off x="3810000" y="6172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71692" name="Line 12">
            <a:extLst>
              <a:ext uri="{FF2B5EF4-FFF2-40B4-BE49-F238E27FC236}">
                <a16:creationId xmlns:a16="http://schemas.microsoft.com/office/drawing/2014/main" id="{0AD05791-3043-4F1C-B9EA-60AAD09E65D5}"/>
              </a:ext>
            </a:extLst>
          </p:cNvPr>
          <p:cNvSpPr>
            <a:spLocks noChangeShapeType="1"/>
          </p:cNvSpPr>
          <p:nvPr/>
        </p:nvSpPr>
        <p:spPr bwMode="auto">
          <a:xfrm>
            <a:off x="3276600" y="6172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71693" name="Line 13">
            <a:extLst>
              <a:ext uri="{FF2B5EF4-FFF2-40B4-BE49-F238E27FC236}">
                <a16:creationId xmlns:a16="http://schemas.microsoft.com/office/drawing/2014/main" id="{44A3DAA1-1FD4-466D-8019-01969566B75F}"/>
              </a:ext>
            </a:extLst>
          </p:cNvPr>
          <p:cNvSpPr>
            <a:spLocks noChangeShapeType="1"/>
          </p:cNvSpPr>
          <p:nvPr/>
        </p:nvSpPr>
        <p:spPr bwMode="auto">
          <a:xfrm>
            <a:off x="4343400" y="6172200"/>
            <a:ext cx="0" cy="533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71696" name="Line 16">
            <a:extLst>
              <a:ext uri="{FF2B5EF4-FFF2-40B4-BE49-F238E27FC236}">
                <a16:creationId xmlns:a16="http://schemas.microsoft.com/office/drawing/2014/main" id="{1BC6C59A-824B-425B-A275-F3597FDCD955}"/>
              </a:ext>
            </a:extLst>
          </p:cNvPr>
          <p:cNvSpPr>
            <a:spLocks noChangeShapeType="1"/>
          </p:cNvSpPr>
          <p:nvPr/>
        </p:nvSpPr>
        <p:spPr bwMode="auto">
          <a:xfrm>
            <a:off x="6934200" y="47244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71698" name="Line 18">
            <a:extLst>
              <a:ext uri="{FF2B5EF4-FFF2-40B4-BE49-F238E27FC236}">
                <a16:creationId xmlns:a16="http://schemas.microsoft.com/office/drawing/2014/main" id="{0D6F4F90-379A-45F0-BC42-A205D514CC22}"/>
              </a:ext>
            </a:extLst>
          </p:cNvPr>
          <p:cNvSpPr>
            <a:spLocks noChangeShapeType="1"/>
          </p:cNvSpPr>
          <p:nvPr/>
        </p:nvSpPr>
        <p:spPr bwMode="auto">
          <a:xfrm flipH="1">
            <a:off x="6858000" y="47244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71699" name="AutoShape 19">
            <a:extLst>
              <a:ext uri="{FF2B5EF4-FFF2-40B4-BE49-F238E27FC236}">
                <a16:creationId xmlns:a16="http://schemas.microsoft.com/office/drawing/2014/main" id="{7DCFD18D-517A-4C1A-B687-DDB76F2F98E5}"/>
              </a:ext>
            </a:extLst>
          </p:cNvPr>
          <p:cNvSpPr>
            <a:spLocks noChangeArrowheads="1"/>
          </p:cNvSpPr>
          <p:nvPr/>
        </p:nvSpPr>
        <p:spPr bwMode="auto">
          <a:xfrm>
            <a:off x="5105400" y="5943600"/>
            <a:ext cx="1752600" cy="914400"/>
          </a:xfrm>
          <a:prstGeom prst="wedgeEllipseCallout">
            <a:avLst>
              <a:gd name="adj1" fmla="val -62139"/>
              <a:gd name="adj2" fmla="val -5989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en-US" dirty="0">
                <a:latin typeface="Arial" charset="0"/>
                <a:ea typeface="ＭＳ Ｐゴシック" charset="0"/>
              </a:rPr>
              <a:t>Less than 50% full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2602DEA8-12C7-42EA-8DB2-51A4A46656FA}"/>
              </a:ext>
            </a:extLst>
          </p:cNvPr>
          <p:cNvSpPr>
            <a:spLocks noGrp="1" noChangeArrowheads="1"/>
          </p:cNvSpPr>
          <p:nvPr>
            <p:ph type="title"/>
          </p:nvPr>
        </p:nvSpPr>
        <p:spPr/>
        <p:txBody>
          <a:bodyPr/>
          <a:lstStyle/>
          <a:p>
            <a:pPr eaLnBrk="1" hangingPunct="1">
              <a:defRPr/>
            </a:pPr>
            <a:r>
              <a:rPr lang="en-US">
                <a:cs typeface="+mj-cs"/>
              </a:rPr>
              <a:t>Deletion</a:t>
            </a:r>
          </a:p>
        </p:txBody>
      </p:sp>
      <p:sp>
        <p:nvSpPr>
          <p:cNvPr id="72707" name="Rectangle 3">
            <a:extLst>
              <a:ext uri="{FF2B5EF4-FFF2-40B4-BE49-F238E27FC236}">
                <a16:creationId xmlns:a16="http://schemas.microsoft.com/office/drawing/2014/main" id="{05892C8F-C646-4ABB-8821-C6C79A742650}"/>
              </a:ext>
            </a:extLst>
          </p:cNvPr>
          <p:cNvSpPr>
            <a:spLocks noGrp="1" noChangeArrowheads="1"/>
          </p:cNvSpPr>
          <p:nvPr>
            <p:ph type="body" idx="1"/>
          </p:nvPr>
        </p:nvSpPr>
        <p:spPr/>
        <p:txBody>
          <a:bodyPr/>
          <a:lstStyle/>
          <a:p>
            <a:pPr eaLnBrk="1" hangingPunct="1">
              <a:buFont typeface="Wingdings" charset="0"/>
              <a:buChar char="n"/>
              <a:defRPr/>
            </a:pPr>
            <a:r>
              <a:rPr lang="en-US">
                <a:cs typeface="+mn-cs"/>
              </a:rPr>
              <a:t>Result: delete 60 from the index page and combine the rest of index pages.</a:t>
            </a:r>
          </a:p>
        </p:txBody>
      </p:sp>
      <p:pic>
        <p:nvPicPr>
          <p:cNvPr id="52227" name="Picture 4" descr="btree10">
            <a:extLst>
              <a:ext uri="{FF2B5EF4-FFF2-40B4-BE49-F238E27FC236}">
                <a16:creationId xmlns:a16="http://schemas.microsoft.com/office/drawing/2014/main" id="{0F194DA8-9877-4E9E-A86B-DD612DFB6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971800"/>
            <a:ext cx="7988300"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56E41FDE-469F-4C2F-B4ED-0CAD1EB38132}"/>
              </a:ext>
            </a:extLst>
          </p:cNvPr>
          <p:cNvSpPr>
            <a:spLocks noGrp="1" noChangeArrowheads="1"/>
          </p:cNvSpPr>
          <p:nvPr>
            <p:ph type="title"/>
          </p:nvPr>
        </p:nvSpPr>
        <p:spPr/>
        <p:txBody>
          <a:bodyPr/>
          <a:lstStyle/>
          <a:p>
            <a:pPr eaLnBrk="1" hangingPunct="1">
              <a:defRPr/>
            </a:pPr>
            <a:r>
              <a:rPr lang="en-US">
                <a:cs typeface="+mj-cs"/>
              </a:rPr>
              <a:t>Deletion</a:t>
            </a:r>
          </a:p>
        </p:txBody>
      </p:sp>
      <p:sp>
        <p:nvSpPr>
          <p:cNvPr id="73731" name="Rectangle 3">
            <a:extLst>
              <a:ext uri="{FF2B5EF4-FFF2-40B4-BE49-F238E27FC236}">
                <a16:creationId xmlns:a16="http://schemas.microsoft.com/office/drawing/2014/main" id="{B1F0A023-AFE5-4A0D-9B3E-D0EA40BE9865}"/>
              </a:ext>
            </a:extLst>
          </p:cNvPr>
          <p:cNvSpPr>
            <a:spLocks noGrp="1" noChangeArrowheads="1"/>
          </p:cNvSpPr>
          <p:nvPr>
            <p:ph type="body" sz="half" idx="1"/>
          </p:nvPr>
        </p:nvSpPr>
        <p:spPr>
          <a:xfrm>
            <a:off x="1981200" y="1600201"/>
            <a:ext cx="8686800" cy="4525963"/>
          </a:xfrm>
        </p:spPr>
        <p:txBody>
          <a:bodyPr/>
          <a:lstStyle/>
          <a:p>
            <a:pPr eaLnBrk="1" hangingPunct="1">
              <a:buFont typeface="Wingdings" charset="0"/>
              <a:buChar char="n"/>
              <a:defRPr/>
            </a:pPr>
            <a:r>
              <a:rPr lang="en-US" sz="2400"/>
              <a:t>Delete algorithm for B+ trees</a:t>
            </a:r>
          </a:p>
          <a:p>
            <a:pPr eaLnBrk="1" hangingPunct="1">
              <a:buFont typeface="Wingdings" charset="0"/>
              <a:buNone/>
              <a:defRPr/>
            </a:pPr>
            <a:r>
              <a:rPr lang="en-US" sz="2400"/>
              <a:t>	</a:t>
            </a:r>
          </a:p>
        </p:txBody>
      </p:sp>
      <p:graphicFrame>
        <p:nvGraphicFramePr>
          <p:cNvPr id="73778" name="Group 50">
            <a:extLst>
              <a:ext uri="{FF2B5EF4-FFF2-40B4-BE49-F238E27FC236}">
                <a16:creationId xmlns:a16="http://schemas.microsoft.com/office/drawing/2014/main" id="{57F7D2FE-17F8-4A41-8641-93C0AA0BF83C}"/>
              </a:ext>
            </a:extLst>
          </p:cNvPr>
          <p:cNvGraphicFramePr>
            <a:graphicFrameLocks noGrp="1"/>
          </p:cNvGraphicFramePr>
          <p:nvPr>
            <p:ph sz="half" idx="2"/>
          </p:nvPr>
        </p:nvGraphicFramePr>
        <p:xfrm>
          <a:off x="2209800" y="2362201"/>
          <a:ext cx="8305800" cy="3925987"/>
        </p:xfrm>
        <a:graphic>
          <a:graphicData uri="http://schemas.openxmlformats.org/drawingml/2006/table">
            <a:tbl>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4038600">
                  <a:extLst>
                    <a:ext uri="{9D8B030D-6E8A-4147-A177-3AD203B41FA5}">
                      <a16:colId xmlns:a16="http://schemas.microsoft.com/office/drawing/2014/main" val="20002"/>
                    </a:ext>
                  </a:extLst>
                </a:gridCol>
              </a:tblGrid>
              <a:tr h="51813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Data Page Below Fill Factor </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Index Page Below Fill Factor </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Action </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483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NO </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NO </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Delete the record from the leaf page. Arrange keys in ascending order to fill void. If the key of the deleted record appears in the index page, use the next key to replace it. </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3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YES </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NO </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Combine the leaf page and its sibling. Change the index page to reflect the change. </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8359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YES </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charset="0"/>
                        <a:buNone/>
                        <a:tabLst/>
                      </a:pPr>
                      <a:r>
                        <a:rPr kumimoji="0" lang="en-US" sz="1400" b="0" i="0" u="none" strike="noStrike" cap="none" normalizeH="0" baseline="0">
                          <a:ln>
                            <a:noFill/>
                          </a:ln>
                          <a:solidFill>
                            <a:schemeClr val="tx1"/>
                          </a:solidFill>
                          <a:effectLst/>
                          <a:latin typeface="Arial" charset="0"/>
                          <a:ea typeface="ＭＳ Ｐゴシック" charset="0"/>
                        </a:rPr>
                        <a:t>YES </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a:ln>
                            <a:noFill/>
                          </a:ln>
                          <a:solidFill>
                            <a:schemeClr val="tx1"/>
                          </a:solidFill>
                          <a:effectLst/>
                          <a:latin typeface="Arial" charset="0"/>
                          <a:ea typeface="ＭＳ Ｐゴシック" charset="0"/>
                        </a:rPr>
                        <a:t>Combine the leaf page and its sibling. </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a:ln>
                            <a:noFill/>
                          </a:ln>
                          <a:solidFill>
                            <a:schemeClr val="tx1"/>
                          </a:solidFill>
                          <a:effectLst/>
                          <a:latin typeface="Arial" charset="0"/>
                          <a:ea typeface="ＭＳ Ｐゴシック" charset="0"/>
                        </a:rPr>
                        <a:t>Adjust the index page to reflect the change. </a:t>
                      </a:r>
                    </a:p>
                    <a:p>
                      <a:pPr marL="533400" marR="0" lvl="0" indent="-533400" algn="l" defTabSz="914400" rtl="0" eaLnBrk="1" fontAlgn="base" latinLnBrk="0" hangingPunct="1">
                        <a:lnSpc>
                          <a:spcPct val="100000"/>
                        </a:lnSpc>
                        <a:spcBef>
                          <a:spcPct val="20000"/>
                        </a:spcBef>
                        <a:spcAft>
                          <a:spcPct val="0"/>
                        </a:spcAft>
                        <a:buClr>
                          <a:schemeClr val="folHlink"/>
                        </a:buClr>
                        <a:buSzPct val="90000"/>
                        <a:buFontTx/>
                        <a:buAutoNum type="arabicPeriod"/>
                        <a:tabLst/>
                      </a:pPr>
                      <a:r>
                        <a:rPr kumimoji="0" lang="en-US" sz="1400" b="0" i="0" u="none" strike="noStrike" cap="none" normalizeH="0" baseline="0">
                          <a:ln>
                            <a:noFill/>
                          </a:ln>
                          <a:solidFill>
                            <a:schemeClr val="tx1"/>
                          </a:solidFill>
                          <a:effectLst/>
                          <a:latin typeface="Arial" charset="0"/>
                          <a:ea typeface="ＭＳ Ｐゴシック" charset="0"/>
                        </a:rPr>
                        <a:t>Combine the index page with its sibling. </a:t>
                      </a:r>
                      <a:br>
                        <a:rPr kumimoji="0" lang="en-US" sz="1400" b="0" i="0" u="none" strike="noStrike" cap="none" normalizeH="0" baseline="0">
                          <a:ln>
                            <a:noFill/>
                          </a:ln>
                          <a:solidFill>
                            <a:schemeClr val="tx1"/>
                          </a:solidFill>
                          <a:effectLst/>
                          <a:latin typeface="Arial" charset="0"/>
                          <a:ea typeface="ＭＳ Ｐゴシック" charset="0"/>
                        </a:rPr>
                      </a:br>
                      <a:br>
                        <a:rPr kumimoji="0" lang="en-US" sz="1400" b="0" i="0" u="none" strike="noStrike" cap="none" normalizeH="0" baseline="0">
                          <a:ln>
                            <a:noFill/>
                          </a:ln>
                          <a:solidFill>
                            <a:schemeClr val="tx1"/>
                          </a:solidFill>
                          <a:effectLst/>
                          <a:latin typeface="Arial" charset="0"/>
                          <a:ea typeface="ＭＳ Ｐゴシック" charset="0"/>
                        </a:rPr>
                      </a:br>
                      <a:r>
                        <a:rPr kumimoji="0" lang="en-US" sz="1400" b="0" i="0" u="none" strike="noStrike" cap="none" normalizeH="0" baseline="0">
                          <a:ln>
                            <a:noFill/>
                          </a:ln>
                          <a:solidFill>
                            <a:schemeClr val="tx1"/>
                          </a:solidFill>
                          <a:effectLst/>
                          <a:latin typeface="Arial" charset="0"/>
                          <a:ea typeface="ＭＳ Ｐゴシック" charset="0"/>
                        </a:rPr>
                        <a:t>Continue combining index pages until you reach a page with the correct fill factor or you reach the root page. </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8F71E100-124C-41A5-8562-5C8C2FF19B2C}"/>
              </a:ext>
            </a:extLst>
          </p:cNvPr>
          <p:cNvSpPr>
            <a:spLocks noGrp="1" noChangeArrowheads="1"/>
          </p:cNvSpPr>
          <p:nvPr>
            <p:ph type="title"/>
          </p:nvPr>
        </p:nvSpPr>
        <p:spPr/>
        <p:txBody>
          <a:bodyPr/>
          <a:lstStyle/>
          <a:p>
            <a:pPr eaLnBrk="1" hangingPunct="1">
              <a:defRPr/>
            </a:pPr>
            <a:r>
              <a:rPr lang="en-US">
                <a:cs typeface="+mj-cs"/>
              </a:rPr>
              <a:t>Conclusion</a:t>
            </a:r>
          </a:p>
        </p:txBody>
      </p:sp>
      <p:sp>
        <p:nvSpPr>
          <p:cNvPr id="76803" name="Rectangle 3">
            <a:extLst>
              <a:ext uri="{FF2B5EF4-FFF2-40B4-BE49-F238E27FC236}">
                <a16:creationId xmlns:a16="http://schemas.microsoft.com/office/drawing/2014/main" id="{94626EAD-C732-4F19-BE37-8D379079A2CB}"/>
              </a:ext>
            </a:extLst>
          </p:cNvPr>
          <p:cNvSpPr>
            <a:spLocks noGrp="1" noChangeArrowheads="1"/>
          </p:cNvSpPr>
          <p:nvPr>
            <p:ph type="body" idx="1"/>
          </p:nvPr>
        </p:nvSpPr>
        <p:spPr/>
        <p:txBody>
          <a:bodyPr/>
          <a:lstStyle/>
          <a:p>
            <a:pPr marL="609600" indent="-609600"/>
            <a:r>
              <a:rPr lang="en-US" altLang="en-US"/>
              <a:t>For a B+ Tree:</a:t>
            </a:r>
          </a:p>
          <a:p>
            <a:pPr marL="609600" indent="-609600"/>
            <a:r>
              <a:rPr lang="en-US" altLang="en-US"/>
              <a:t>It is “easy” to maintain its balance</a:t>
            </a:r>
          </a:p>
          <a:p>
            <a:pPr marL="1009650" lvl="1" indent="-609600"/>
            <a:r>
              <a:rPr lang="en-US" altLang="en-US"/>
              <a:t>Insert/Deletion complexity O(log</a:t>
            </a:r>
            <a:r>
              <a:rPr lang="en-US" altLang="en-US" baseline="-25000"/>
              <a:t>M/2</a:t>
            </a:r>
            <a:r>
              <a:rPr lang="en-US" altLang="en-US"/>
              <a:t>)</a:t>
            </a:r>
          </a:p>
          <a:p>
            <a:pPr marL="609600" indent="-609600"/>
            <a:r>
              <a:rPr lang="en-US" altLang="en-US"/>
              <a:t>The searching time is shorter than most of other types of trees because branching factor is high</a:t>
            </a:r>
          </a:p>
          <a:p>
            <a:pPr marL="609600" indent="-609600"/>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3731</Words>
  <Application>Microsoft Office PowerPoint</Application>
  <PresentationFormat>Widescreen</PresentationFormat>
  <Paragraphs>683</Paragraphs>
  <Slides>69</Slides>
  <Notes>13</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69</vt:i4>
      </vt:variant>
    </vt:vector>
  </HeadingPairs>
  <TitlesOfParts>
    <vt:vector size="84" baseType="lpstr">
      <vt:lpstr>Arial</vt:lpstr>
      <vt:lpstr>Arial</vt:lpstr>
      <vt:lpstr>Calibri</vt:lpstr>
      <vt:lpstr>Calibri Light</vt:lpstr>
      <vt:lpstr>charter</vt:lpstr>
      <vt:lpstr>Courier New</vt:lpstr>
      <vt:lpstr>proxima_novaregular</vt:lpstr>
      <vt:lpstr>Times</vt:lpstr>
      <vt:lpstr>Times New Roman</vt:lpstr>
      <vt:lpstr>Times New Roman (Hebrew)</vt:lpstr>
      <vt:lpstr>urw-din</vt:lpstr>
      <vt:lpstr>Wingdings</vt:lpstr>
      <vt:lpstr>Office Theme</vt:lpstr>
      <vt:lpstr>Equation</vt:lpstr>
      <vt:lpstr>Microsoft Graph Chart</vt:lpstr>
      <vt:lpstr>Tree </vt:lpstr>
      <vt:lpstr>A binary tree is a tree-type non-linear data structure with a maximum of two children for each parent. Every node in a binary tree has a left and right reference along with the data element. The node at the top of the hierarchy of a tree is called the root node. The nodes that hold other sub-nodes are the parent nodes.</vt:lpstr>
      <vt:lpstr>Types of Binary Trees </vt:lpstr>
      <vt:lpstr>Types of Binary Trees </vt:lpstr>
      <vt:lpstr>Types of Binary Trees </vt:lpstr>
      <vt:lpstr>Types of Binary Trees </vt:lpstr>
      <vt:lpstr>Types of Binary Trees </vt:lpstr>
      <vt:lpstr>Types of Binary Trees </vt:lpstr>
      <vt:lpstr>Types of Binary Trees </vt:lpstr>
      <vt:lpstr>Types of Binary Trees </vt:lpstr>
      <vt:lpstr>Types of Binary Trees </vt:lpstr>
      <vt:lpstr>full</vt:lpstr>
      <vt:lpstr>balanced</vt:lpstr>
      <vt:lpstr>perfect</vt:lpstr>
      <vt:lpstr>degenerate</vt:lpstr>
      <vt:lpstr>PowerPoint Presentation</vt:lpstr>
      <vt:lpstr>PowerPoint Presentation</vt:lpstr>
      <vt:lpstr>PowerPoint Presentation</vt:lpstr>
      <vt:lpstr>PowerPoint Presentation</vt:lpstr>
      <vt:lpstr>B Tree</vt:lpstr>
      <vt:lpstr>PowerPoint Presentation</vt:lpstr>
      <vt:lpstr>Insert example</vt:lpstr>
      <vt:lpstr>PowerPoint Presentation</vt:lpstr>
      <vt:lpstr>PowerPoint Presentation</vt:lpstr>
      <vt:lpstr>PowerPoint Presentation</vt:lpstr>
      <vt:lpstr>PowerPoint Presentation</vt:lpstr>
      <vt:lpstr>PowerPoint Presentation</vt:lpstr>
      <vt:lpstr>Constructing a B-tree</vt:lpstr>
      <vt:lpstr>Constructing a B-tree (contd.)</vt:lpstr>
      <vt:lpstr>Constructing a B-tree (contd.)</vt:lpstr>
      <vt:lpstr>Constructing a B-tree (contd.)</vt:lpstr>
      <vt:lpstr>Constructing a B-tree (contd.)</vt:lpstr>
      <vt:lpstr>Inserting into a B-Tree</vt:lpstr>
      <vt:lpstr>Exercise in Inserting a B-Tree </vt:lpstr>
      <vt:lpstr>Removal from a B-tree</vt:lpstr>
      <vt:lpstr>Removal from a B-tree (2)</vt:lpstr>
      <vt:lpstr>Type #1: Simple leaf deletion</vt:lpstr>
      <vt:lpstr>Type #2: Simple non-leaf deletion</vt:lpstr>
      <vt:lpstr>Type #4: Too few keys in node and its siblings</vt:lpstr>
      <vt:lpstr>Type #4: Too few keys in node and its siblings</vt:lpstr>
      <vt:lpstr>Type #3: Enough siblings</vt:lpstr>
      <vt:lpstr>Type #3: Enough siblings</vt:lpstr>
      <vt:lpstr>Exercise in Removal from a B-Tree</vt:lpstr>
      <vt:lpstr>Analysis of B-Trees</vt:lpstr>
      <vt:lpstr>Reasons for using B-Trees</vt:lpstr>
      <vt:lpstr>Comparing Trees</vt:lpstr>
      <vt:lpstr>B+ Tree</vt:lpstr>
      <vt:lpstr>PowerPoint Presentation</vt:lpstr>
      <vt:lpstr>B+ Tree Nodes</vt:lpstr>
      <vt:lpstr>Example</vt:lpstr>
      <vt:lpstr>Advantages of B+ tree usage for databases</vt:lpstr>
      <vt:lpstr>Searching</vt:lpstr>
      <vt:lpstr>Searching</vt:lpstr>
      <vt:lpstr>Insertion</vt:lpstr>
      <vt:lpstr>Insertion</vt:lpstr>
      <vt:lpstr>Insertion</vt:lpstr>
      <vt:lpstr>Insertion</vt:lpstr>
      <vt:lpstr>Insertion</vt:lpstr>
      <vt:lpstr>Insertion</vt:lpstr>
      <vt:lpstr>Insertion</vt:lpstr>
      <vt:lpstr>Insertion</vt:lpstr>
      <vt:lpstr>Deletion</vt:lpstr>
      <vt:lpstr>Deletion</vt:lpstr>
      <vt:lpstr>Deletion</vt:lpstr>
      <vt:lpstr>Deletion</vt:lpstr>
      <vt:lpstr>Deletion</vt:lpstr>
      <vt:lpstr>Deletion</vt:lpstr>
      <vt:lpstr>Deletion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makaut department</dc:creator>
  <cp:lastModifiedBy>makaut department</cp:lastModifiedBy>
  <cp:revision>19</cp:revision>
  <dcterms:created xsi:type="dcterms:W3CDTF">2021-03-10T10:16:45Z</dcterms:created>
  <dcterms:modified xsi:type="dcterms:W3CDTF">2021-03-10T11:50:25Z</dcterms:modified>
</cp:coreProperties>
</file>